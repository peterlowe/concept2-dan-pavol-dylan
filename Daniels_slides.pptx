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9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8EE5-CB8C-4CB3-96B8-841AC3C5D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76D7B-460A-4A95-8776-A2A552FE1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E4FFC-43A5-43F5-97E6-28183569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80F6-CFA1-4432-BCB7-A5B612C5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1749E-513D-4F90-B377-CAD5EE41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917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E4FD-4B38-4E45-8EF1-9D0BA181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D2BD-6428-4F13-8DEB-60FDE8D19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F46A-35C4-4F52-A39B-C176C6ED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F4788-8716-4B1C-847B-5991FB97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DC13F-6475-43BC-B654-D5715FE0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66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8547-871F-4CDA-A172-C1A8132F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91530-2BD7-462F-AF76-924E8329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1904A-F208-4DA5-9CB0-748AE9DB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F5981-204C-4717-93A9-852E44C9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12754-350A-4A32-881A-262110CB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902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8B1C-9DE7-4F74-9319-C7A5E872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9A8C-704F-434C-B38C-93D638A2C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15846-CE49-4366-A693-3A3E56524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B3088-0C8C-4122-9997-3474338B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75E9F-7E6A-46AB-918F-B6A213B4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9CBF-8CB7-4E58-B20F-1B6401B9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779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C89A-F924-4D44-A8EA-5D9D8F04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3EE56-83E6-41F4-8799-DCC089999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32F84-5314-495C-B54D-92E6F13ED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ADB11-30ED-4F94-8660-2EE436A5E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5ED62-B5C3-49DF-8DAB-63FE50AC6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085F2-882B-4D17-BBBC-FCD2F7E8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989DC-3CBA-40DA-B949-C943125A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7C8B1-DF97-4258-A319-4211D074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402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DFA9-597E-48DF-8D37-F3B0DB1E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2BC17-C7B9-49BB-A535-B2BA981E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25BB1-A73B-4FF3-BF46-1AE46470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B73D3-CDC3-40DC-95F4-0F78E8E8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806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0C291-4142-4DA8-B011-9F73F268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9987F-43AA-490C-A8B8-E404876B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0FC5-BA64-4649-BD92-A069D4CC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51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6B41-C5BD-4958-9DAE-8AF0139C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1AE66-2E1A-437C-8915-EB5B7D887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82F23-CC49-41FC-8877-ED53C2FBB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4595F-600A-432C-A451-78B9FB67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E5BE9-16FF-4F41-831E-20A93FD8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29562-9907-419A-9135-6673AA60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226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1A7F-B003-4264-B2A1-CDCE256B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18593-4C2B-43FA-815B-F16FED67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8B792-FC52-47EB-A198-2C5448681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CF1B2-D78A-43C4-AAC8-78C6693B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85827-CB5B-47B7-BCEE-34EA9958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913F3-6513-45CA-8142-7CAD3AF4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382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6925-80F6-47B8-A1AD-58CE5DE3C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58D35-4166-4C97-AAC0-9D5DF2884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1EF7-7B7C-4FD7-9941-46CA13EB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B047B-F27A-4109-9A60-70885D2F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AFE09-D61D-41B1-89B5-25F7A639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572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A6679-0E68-4C1F-9664-DCC83DF3A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FFF93-29DB-4CB9-847F-8EBEB9149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A00A-7475-431B-8966-09138980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EE686-5362-48B3-AA08-CA045177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3FC06-B510-414D-A7EB-270ED9C6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837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13C661-9184-46C2-91A6-257AFCD6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C653E-7BF4-47C4-801F-99D5E6BCC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9EA16-DDEC-48CB-9AC2-D224C6DD0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A22C0-43CA-4949-9008-831F68BBF404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94568-1ACD-4FC0-B89B-336964C3A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6B3C-C3FA-4880-B481-767B289A7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E3AB0-D0FA-4054-A984-6EB0EC8E746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816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52E9-7F7E-494D-ACB3-C7BD1587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B38E-6A72-44FB-B67C-65E5F5946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World Background</a:t>
            </a:r>
          </a:p>
          <a:p>
            <a:r>
              <a:rPr lang="en-US" dirty="0"/>
              <a:t>[DC]Its in space, rich with space lore of other pirate factions and 2 main governments every faction is at war and you must pick a</a:t>
            </a:r>
          </a:p>
          <a:p>
            <a:r>
              <a:rPr lang="en-US" dirty="0"/>
              <a:t>[DC]side to join to lead to victory. Each world faction has its own background, beliefs and forms of governing</a:t>
            </a:r>
          </a:p>
          <a:p>
            <a:r>
              <a:rPr lang="en-US" dirty="0"/>
              <a:t>[</a:t>
            </a:r>
            <a:r>
              <a:rPr lang="en-US" dirty="0" err="1"/>
              <a:t>dcr</a:t>
            </a:r>
            <a:r>
              <a:rPr lang="en-US" dirty="0"/>
              <a:t>]The story of the game will mainly revolve around conflict between the US and Russian which are the 2 main government factions.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81445-35ED-42D8-8093-CB91582A2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E08B7B-6721-4868-A239-25564F6B84FB}"/>
              </a:ext>
            </a:extLst>
          </p:cNvPr>
          <p:cNvSpPr txBox="1"/>
          <p:nvPr/>
        </p:nvSpPr>
        <p:spPr>
          <a:xfrm>
            <a:off x="0" y="877659"/>
            <a:ext cx="111252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World Background:</a:t>
            </a:r>
          </a:p>
          <a:p>
            <a:r>
              <a:rPr lang="en-US" sz="3200" dirty="0">
                <a:solidFill>
                  <a:schemeClr val="bg1"/>
                </a:solidFill>
              </a:rPr>
              <a:t>Its in space, rich with space lore of other pirate factions and 2 main governments every faction is at war and you must pick a</a:t>
            </a:r>
          </a:p>
          <a:p>
            <a:r>
              <a:rPr lang="en-US" sz="3200" dirty="0">
                <a:solidFill>
                  <a:schemeClr val="bg1"/>
                </a:solidFill>
              </a:rPr>
              <a:t>side to join to lead to victory.</a:t>
            </a:r>
          </a:p>
          <a:p>
            <a:r>
              <a:rPr lang="en-US" sz="3200" dirty="0">
                <a:solidFill>
                  <a:schemeClr val="bg1"/>
                </a:solidFill>
              </a:rPr>
              <a:t>Each world faction has its own background, beliefs and forms of governing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 story of the game will mainly revolve around conflict between the US and Russian which are the 2 main government factions.</a:t>
            </a:r>
            <a:endParaRPr lang="en-I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755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0A52-2717-454E-9A4F-53828A38A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985818" cy="1006908"/>
          </a:xfrm>
        </p:spPr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5AD5E-2D80-4CB7-B3F2-A0EE65E2A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41966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Thrilling historical fiction story involving two super powers</a:t>
            </a:r>
          </a:p>
          <a:p>
            <a:pPr algn="l"/>
            <a:r>
              <a:rPr lang="en-US" dirty="0"/>
              <a:t>Stealth, sneaking and assassinating.</a:t>
            </a:r>
          </a:p>
          <a:p>
            <a:pPr algn="l"/>
            <a:r>
              <a:rPr lang="en-US" dirty="0"/>
              <a:t>0 gravity space parkour.</a:t>
            </a:r>
          </a:p>
          <a:p>
            <a:pPr algn="l"/>
            <a:r>
              <a:rPr lang="en-US" dirty="0" err="1"/>
              <a:t>PvE</a:t>
            </a:r>
            <a:r>
              <a:rPr lang="en-US" dirty="0"/>
              <a:t> combat against a range of different difficulty enemies.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45FFB-36D8-47FF-A0E2-0EEC871DD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F5BE0-5EB1-4D8F-946B-877CE7FCF290}"/>
              </a:ext>
            </a:extLst>
          </p:cNvPr>
          <p:cNvSpPr txBox="1"/>
          <p:nvPr/>
        </p:nvSpPr>
        <p:spPr>
          <a:xfrm>
            <a:off x="0" y="2247032"/>
            <a:ext cx="111990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Thrilling historical fiction story involving two super powers</a:t>
            </a:r>
          </a:p>
          <a:p>
            <a:r>
              <a:rPr lang="en-US" sz="3600" dirty="0">
                <a:solidFill>
                  <a:schemeClr val="bg1"/>
                </a:solidFill>
              </a:rPr>
              <a:t>Stealth, sneaking and assassinating.</a:t>
            </a:r>
          </a:p>
          <a:p>
            <a:r>
              <a:rPr lang="en-US" sz="3600" dirty="0">
                <a:solidFill>
                  <a:schemeClr val="bg1"/>
                </a:solidFill>
              </a:rPr>
              <a:t>0 gravity space parkour.</a:t>
            </a:r>
          </a:p>
          <a:p>
            <a:r>
              <a:rPr lang="en-US" sz="3600" dirty="0" err="1">
                <a:solidFill>
                  <a:schemeClr val="bg1"/>
                </a:solidFill>
              </a:rPr>
              <a:t>PvE</a:t>
            </a:r>
            <a:r>
              <a:rPr lang="en-US" sz="3600" dirty="0">
                <a:solidFill>
                  <a:schemeClr val="bg1"/>
                </a:solidFill>
              </a:rPr>
              <a:t> combat against a range of different difficulty enemies.</a:t>
            </a:r>
            <a:endParaRPr lang="en-IE" sz="3600" dirty="0">
              <a:solidFill>
                <a:schemeClr val="bg1"/>
              </a:solidFill>
            </a:endParaRPr>
          </a:p>
          <a:p>
            <a:endParaRPr lang="en-I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F55EF-4350-41BD-9304-E7C33360F4FD}"/>
              </a:ext>
            </a:extLst>
          </p:cNvPr>
          <p:cNvSpPr txBox="1"/>
          <p:nvPr/>
        </p:nvSpPr>
        <p:spPr>
          <a:xfrm>
            <a:off x="0" y="575720"/>
            <a:ext cx="3385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7200" dirty="0">
                <a:solidFill>
                  <a:schemeClr val="bg1">
                    <a:lumMod val="75000"/>
                  </a:schemeClr>
                </a:solidFill>
              </a:rPr>
              <a:t>Pillars:</a:t>
            </a:r>
          </a:p>
        </p:txBody>
      </p:sp>
    </p:spTree>
    <p:extLst>
      <p:ext uri="{BB962C8B-B14F-4D97-AF65-F5344CB8AC3E}">
        <p14:creationId xmlns:p14="http://schemas.microsoft.com/office/powerpoint/2010/main" val="329905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World Background</vt:lpstr>
      <vt:lpstr>Pillars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Background</dc:title>
  <dc:creator>(Student) - Daniel Carroll</dc:creator>
  <cp:lastModifiedBy>(Student) - Daniel Carroll</cp:lastModifiedBy>
  <cp:revision>1</cp:revision>
  <dcterms:created xsi:type="dcterms:W3CDTF">2021-11-19T14:43:59Z</dcterms:created>
  <dcterms:modified xsi:type="dcterms:W3CDTF">2021-11-19T14:44:13Z</dcterms:modified>
</cp:coreProperties>
</file>