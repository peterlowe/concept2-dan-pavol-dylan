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9" d="100"/>
          <a:sy n="89" d="100"/>
        </p:scale>
        <p:origin x="90" y="43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slide" Target="slides/slide2.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07604F-3A46-46F6-A9C5-E392B0B6223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E"/>
          </a:p>
        </p:txBody>
      </p:sp>
      <p:sp>
        <p:nvSpPr>
          <p:cNvPr id="3" name="Subtitle 2">
            <a:extLst>
              <a:ext uri="{FF2B5EF4-FFF2-40B4-BE49-F238E27FC236}">
                <a16:creationId xmlns:a16="http://schemas.microsoft.com/office/drawing/2014/main" id="{6A419EB4-1CE8-45CA-BCC5-FE51DE5264A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E"/>
          </a:p>
        </p:txBody>
      </p:sp>
      <p:sp>
        <p:nvSpPr>
          <p:cNvPr id="4" name="Date Placeholder 3">
            <a:extLst>
              <a:ext uri="{FF2B5EF4-FFF2-40B4-BE49-F238E27FC236}">
                <a16:creationId xmlns:a16="http://schemas.microsoft.com/office/drawing/2014/main" id="{C958651F-46D0-4F08-A863-BF67BF849B90}"/>
              </a:ext>
            </a:extLst>
          </p:cNvPr>
          <p:cNvSpPr>
            <a:spLocks noGrp="1"/>
          </p:cNvSpPr>
          <p:nvPr>
            <p:ph type="dt" sz="half" idx="10"/>
          </p:nvPr>
        </p:nvSpPr>
        <p:spPr/>
        <p:txBody>
          <a:bodyPr/>
          <a:lstStyle/>
          <a:p>
            <a:fld id="{3E4BB912-EB11-4322-ADF0-5182BFC8FF9B}" type="datetimeFigureOut">
              <a:rPr lang="en-IE" smtClean="0"/>
              <a:t>19/11/2021</a:t>
            </a:fld>
            <a:endParaRPr lang="en-IE"/>
          </a:p>
        </p:txBody>
      </p:sp>
      <p:sp>
        <p:nvSpPr>
          <p:cNvPr id="5" name="Footer Placeholder 4">
            <a:extLst>
              <a:ext uri="{FF2B5EF4-FFF2-40B4-BE49-F238E27FC236}">
                <a16:creationId xmlns:a16="http://schemas.microsoft.com/office/drawing/2014/main" id="{132C0966-292D-43F9-BFE0-10B2AF5BC1F1}"/>
              </a:ext>
            </a:extLst>
          </p:cNvPr>
          <p:cNvSpPr>
            <a:spLocks noGrp="1"/>
          </p:cNvSpPr>
          <p:nvPr>
            <p:ph type="ftr" sz="quarter" idx="11"/>
          </p:nvPr>
        </p:nvSpPr>
        <p:spPr/>
        <p:txBody>
          <a:bodyPr/>
          <a:lstStyle/>
          <a:p>
            <a:endParaRPr lang="en-IE"/>
          </a:p>
        </p:txBody>
      </p:sp>
      <p:sp>
        <p:nvSpPr>
          <p:cNvPr id="6" name="Slide Number Placeholder 5">
            <a:extLst>
              <a:ext uri="{FF2B5EF4-FFF2-40B4-BE49-F238E27FC236}">
                <a16:creationId xmlns:a16="http://schemas.microsoft.com/office/drawing/2014/main" id="{5798297D-392C-4AAC-A0D9-2C218EFDBACF}"/>
              </a:ext>
            </a:extLst>
          </p:cNvPr>
          <p:cNvSpPr>
            <a:spLocks noGrp="1"/>
          </p:cNvSpPr>
          <p:nvPr>
            <p:ph type="sldNum" sz="quarter" idx="12"/>
          </p:nvPr>
        </p:nvSpPr>
        <p:spPr/>
        <p:txBody>
          <a:bodyPr/>
          <a:lstStyle/>
          <a:p>
            <a:fld id="{4A7CF1EC-EDAF-4237-A942-5FB0CA0D01E2}" type="slidenum">
              <a:rPr lang="en-IE" smtClean="0"/>
              <a:t>‹#›</a:t>
            </a:fld>
            <a:endParaRPr lang="en-IE"/>
          </a:p>
        </p:txBody>
      </p:sp>
    </p:spTree>
    <p:extLst>
      <p:ext uri="{BB962C8B-B14F-4D97-AF65-F5344CB8AC3E}">
        <p14:creationId xmlns:p14="http://schemas.microsoft.com/office/powerpoint/2010/main" val="17891689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95687C-9784-44D7-8628-F903E1CB912F}"/>
              </a:ext>
            </a:extLst>
          </p:cNvPr>
          <p:cNvSpPr>
            <a:spLocks noGrp="1"/>
          </p:cNvSpPr>
          <p:nvPr>
            <p:ph type="title"/>
          </p:nvPr>
        </p:nvSpPr>
        <p:spPr/>
        <p:txBody>
          <a:bodyPr/>
          <a:lstStyle/>
          <a:p>
            <a:r>
              <a:rPr lang="en-US"/>
              <a:t>Click to edit Master title style</a:t>
            </a:r>
            <a:endParaRPr lang="en-IE"/>
          </a:p>
        </p:txBody>
      </p:sp>
      <p:sp>
        <p:nvSpPr>
          <p:cNvPr id="3" name="Content Placeholder 2">
            <a:extLst>
              <a:ext uri="{FF2B5EF4-FFF2-40B4-BE49-F238E27FC236}">
                <a16:creationId xmlns:a16="http://schemas.microsoft.com/office/drawing/2014/main" id="{1E3C5982-D20E-45F7-9817-D948B4A7E0AF}"/>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Date Placeholder 3">
            <a:extLst>
              <a:ext uri="{FF2B5EF4-FFF2-40B4-BE49-F238E27FC236}">
                <a16:creationId xmlns:a16="http://schemas.microsoft.com/office/drawing/2014/main" id="{7B9748CF-3794-441E-AD87-A4F83F40BD83}"/>
              </a:ext>
            </a:extLst>
          </p:cNvPr>
          <p:cNvSpPr>
            <a:spLocks noGrp="1"/>
          </p:cNvSpPr>
          <p:nvPr>
            <p:ph type="dt" sz="half" idx="10"/>
          </p:nvPr>
        </p:nvSpPr>
        <p:spPr/>
        <p:txBody>
          <a:bodyPr/>
          <a:lstStyle/>
          <a:p>
            <a:fld id="{3E4BB912-EB11-4322-ADF0-5182BFC8FF9B}" type="datetimeFigureOut">
              <a:rPr lang="en-IE" smtClean="0"/>
              <a:t>19/11/2021</a:t>
            </a:fld>
            <a:endParaRPr lang="en-IE"/>
          </a:p>
        </p:txBody>
      </p:sp>
      <p:sp>
        <p:nvSpPr>
          <p:cNvPr id="5" name="Footer Placeholder 4">
            <a:extLst>
              <a:ext uri="{FF2B5EF4-FFF2-40B4-BE49-F238E27FC236}">
                <a16:creationId xmlns:a16="http://schemas.microsoft.com/office/drawing/2014/main" id="{7FA5F18C-EAC0-40FE-A17C-06EEFFD7C8AA}"/>
              </a:ext>
            </a:extLst>
          </p:cNvPr>
          <p:cNvSpPr>
            <a:spLocks noGrp="1"/>
          </p:cNvSpPr>
          <p:nvPr>
            <p:ph type="ftr" sz="quarter" idx="11"/>
          </p:nvPr>
        </p:nvSpPr>
        <p:spPr/>
        <p:txBody>
          <a:bodyPr/>
          <a:lstStyle/>
          <a:p>
            <a:endParaRPr lang="en-IE"/>
          </a:p>
        </p:txBody>
      </p:sp>
      <p:sp>
        <p:nvSpPr>
          <p:cNvPr id="6" name="Slide Number Placeholder 5">
            <a:extLst>
              <a:ext uri="{FF2B5EF4-FFF2-40B4-BE49-F238E27FC236}">
                <a16:creationId xmlns:a16="http://schemas.microsoft.com/office/drawing/2014/main" id="{1DE56C31-B935-4BCA-B05F-55163F3634B4}"/>
              </a:ext>
            </a:extLst>
          </p:cNvPr>
          <p:cNvSpPr>
            <a:spLocks noGrp="1"/>
          </p:cNvSpPr>
          <p:nvPr>
            <p:ph type="sldNum" sz="quarter" idx="12"/>
          </p:nvPr>
        </p:nvSpPr>
        <p:spPr/>
        <p:txBody>
          <a:bodyPr/>
          <a:lstStyle/>
          <a:p>
            <a:fld id="{4A7CF1EC-EDAF-4237-A942-5FB0CA0D01E2}" type="slidenum">
              <a:rPr lang="en-IE" smtClean="0"/>
              <a:t>‹#›</a:t>
            </a:fld>
            <a:endParaRPr lang="en-IE"/>
          </a:p>
        </p:txBody>
      </p:sp>
    </p:spTree>
    <p:extLst>
      <p:ext uri="{BB962C8B-B14F-4D97-AF65-F5344CB8AC3E}">
        <p14:creationId xmlns:p14="http://schemas.microsoft.com/office/powerpoint/2010/main" val="40663596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F475E7-B2A9-4242-BE16-228C3173FCA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E"/>
          </a:p>
        </p:txBody>
      </p:sp>
      <p:sp>
        <p:nvSpPr>
          <p:cNvPr id="3" name="Text Placeholder 2">
            <a:extLst>
              <a:ext uri="{FF2B5EF4-FFF2-40B4-BE49-F238E27FC236}">
                <a16:creationId xmlns:a16="http://schemas.microsoft.com/office/drawing/2014/main" id="{4C6ABACF-CD6F-4C2D-B70E-2D00047D656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3831F913-45B8-4536-9248-A261B863816B}"/>
              </a:ext>
            </a:extLst>
          </p:cNvPr>
          <p:cNvSpPr>
            <a:spLocks noGrp="1"/>
          </p:cNvSpPr>
          <p:nvPr>
            <p:ph type="dt" sz="half" idx="10"/>
          </p:nvPr>
        </p:nvSpPr>
        <p:spPr/>
        <p:txBody>
          <a:bodyPr/>
          <a:lstStyle/>
          <a:p>
            <a:fld id="{3E4BB912-EB11-4322-ADF0-5182BFC8FF9B}" type="datetimeFigureOut">
              <a:rPr lang="en-IE" smtClean="0"/>
              <a:t>19/11/2021</a:t>
            </a:fld>
            <a:endParaRPr lang="en-IE"/>
          </a:p>
        </p:txBody>
      </p:sp>
      <p:sp>
        <p:nvSpPr>
          <p:cNvPr id="5" name="Footer Placeholder 4">
            <a:extLst>
              <a:ext uri="{FF2B5EF4-FFF2-40B4-BE49-F238E27FC236}">
                <a16:creationId xmlns:a16="http://schemas.microsoft.com/office/drawing/2014/main" id="{BCC943A9-B14E-4C87-A8C1-501B3A95D3E3}"/>
              </a:ext>
            </a:extLst>
          </p:cNvPr>
          <p:cNvSpPr>
            <a:spLocks noGrp="1"/>
          </p:cNvSpPr>
          <p:nvPr>
            <p:ph type="ftr" sz="quarter" idx="11"/>
          </p:nvPr>
        </p:nvSpPr>
        <p:spPr/>
        <p:txBody>
          <a:bodyPr/>
          <a:lstStyle/>
          <a:p>
            <a:endParaRPr lang="en-IE"/>
          </a:p>
        </p:txBody>
      </p:sp>
      <p:sp>
        <p:nvSpPr>
          <p:cNvPr id="6" name="Slide Number Placeholder 5">
            <a:extLst>
              <a:ext uri="{FF2B5EF4-FFF2-40B4-BE49-F238E27FC236}">
                <a16:creationId xmlns:a16="http://schemas.microsoft.com/office/drawing/2014/main" id="{DF48A983-D39E-4B07-8639-FE5A40724FE1}"/>
              </a:ext>
            </a:extLst>
          </p:cNvPr>
          <p:cNvSpPr>
            <a:spLocks noGrp="1"/>
          </p:cNvSpPr>
          <p:nvPr>
            <p:ph type="sldNum" sz="quarter" idx="12"/>
          </p:nvPr>
        </p:nvSpPr>
        <p:spPr/>
        <p:txBody>
          <a:bodyPr/>
          <a:lstStyle/>
          <a:p>
            <a:fld id="{4A7CF1EC-EDAF-4237-A942-5FB0CA0D01E2}" type="slidenum">
              <a:rPr lang="en-IE" smtClean="0"/>
              <a:t>‹#›</a:t>
            </a:fld>
            <a:endParaRPr lang="en-IE"/>
          </a:p>
        </p:txBody>
      </p:sp>
    </p:spTree>
    <p:extLst>
      <p:ext uri="{BB962C8B-B14F-4D97-AF65-F5344CB8AC3E}">
        <p14:creationId xmlns:p14="http://schemas.microsoft.com/office/powerpoint/2010/main" val="27780422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BDC72B-108B-4019-8E12-5CDAAC31D2FA}"/>
              </a:ext>
            </a:extLst>
          </p:cNvPr>
          <p:cNvSpPr>
            <a:spLocks noGrp="1"/>
          </p:cNvSpPr>
          <p:nvPr>
            <p:ph type="title"/>
          </p:nvPr>
        </p:nvSpPr>
        <p:spPr/>
        <p:txBody>
          <a:bodyPr/>
          <a:lstStyle/>
          <a:p>
            <a:r>
              <a:rPr lang="en-US"/>
              <a:t>Click to edit Master title style</a:t>
            </a:r>
            <a:endParaRPr lang="en-IE"/>
          </a:p>
        </p:txBody>
      </p:sp>
      <p:sp>
        <p:nvSpPr>
          <p:cNvPr id="3" name="Content Placeholder 2">
            <a:extLst>
              <a:ext uri="{FF2B5EF4-FFF2-40B4-BE49-F238E27FC236}">
                <a16:creationId xmlns:a16="http://schemas.microsoft.com/office/drawing/2014/main" id="{F84FF8AA-DD34-4588-8A9E-C871645EA7CA}"/>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Content Placeholder 3">
            <a:extLst>
              <a:ext uri="{FF2B5EF4-FFF2-40B4-BE49-F238E27FC236}">
                <a16:creationId xmlns:a16="http://schemas.microsoft.com/office/drawing/2014/main" id="{5D0CE2C9-598A-4B68-A5C4-73ED982E4BDF}"/>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5" name="Date Placeholder 4">
            <a:extLst>
              <a:ext uri="{FF2B5EF4-FFF2-40B4-BE49-F238E27FC236}">
                <a16:creationId xmlns:a16="http://schemas.microsoft.com/office/drawing/2014/main" id="{A5215B9D-928F-4FD0-9689-A8A76210A52B}"/>
              </a:ext>
            </a:extLst>
          </p:cNvPr>
          <p:cNvSpPr>
            <a:spLocks noGrp="1"/>
          </p:cNvSpPr>
          <p:nvPr>
            <p:ph type="dt" sz="half" idx="10"/>
          </p:nvPr>
        </p:nvSpPr>
        <p:spPr/>
        <p:txBody>
          <a:bodyPr/>
          <a:lstStyle/>
          <a:p>
            <a:fld id="{3E4BB912-EB11-4322-ADF0-5182BFC8FF9B}" type="datetimeFigureOut">
              <a:rPr lang="en-IE" smtClean="0"/>
              <a:t>19/11/2021</a:t>
            </a:fld>
            <a:endParaRPr lang="en-IE"/>
          </a:p>
        </p:txBody>
      </p:sp>
      <p:sp>
        <p:nvSpPr>
          <p:cNvPr id="6" name="Footer Placeholder 5">
            <a:extLst>
              <a:ext uri="{FF2B5EF4-FFF2-40B4-BE49-F238E27FC236}">
                <a16:creationId xmlns:a16="http://schemas.microsoft.com/office/drawing/2014/main" id="{12B67123-1D31-4D97-85BA-2F65DFE27A47}"/>
              </a:ext>
            </a:extLst>
          </p:cNvPr>
          <p:cNvSpPr>
            <a:spLocks noGrp="1"/>
          </p:cNvSpPr>
          <p:nvPr>
            <p:ph type="ftr" sz="quarter" idx="11"/>
          </p:nvPr>
        </p:nvSpPr>
        <p:spPr/>
        <p:txBody>
          <a:bodyPr/>
          <a:lstStyle/>
          <a:p>
            <a:endParaRPr lang="en-IE"/>
          </a:p>
        </p:txBody>
      </p:sp>
      <p:sp>
        <p:nvSpPr>
          <p:cNvPr id="7" name="Slide Number Placeholder 6">
            <a:extLst>
              <a:ext uri="{FF2B5EF4-FFF2-40B4-BE49-F238E27FC236}">
                <a16:creationId xmlns:a16="http://schemas.microsoft.com/office/drawing/2014/main" id="{B631F98B-1ED5-423C-97B2-FCE0B2C2A296}"/>
              </a:ext>
            </a:extLst>
          </p:cNvPr>
          <p:cNvSpPr>
            <a:spLocks noGrp="1"/>
          </p:cNvSpPr>
          <p:nvPr>
            <p:ph type="sldNum" sz="quarter" idx="12"/>
          </p:nvPr>
        </p:nvSpPr>
        <p:spPr/>
        <p:txBody>
          <a:bodyPr/>
          <a:lstStyle/>
          <a:p>
            <a:fld id="{4A7CF1EC-EDAF-4237-A942-5FB0CA0D01E2}" type="slidenum">
              <a:rPr lang="en-IE" smtClean="0"/>
              <a:t>‹#›</a:t>
            </a:fld>
            <a:endParaRPr lang="en-IE"/>
          </a:p>
        </p:txBody>
      </p:sp>
    </p:spTree>
    <p:extLst>
      <p:ext uri="{BB962C8B-B14F-4D97-AF65-F5344CB8AC3E}">
        <p14:creationId xmlns:p14="http://schemas.microsoft.com/office/powerpoint/2010/main" val="17263015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82ABCF-1FA6-41A2-ABA2-9705930A40E0}"/>
              </a:ext>
            </a:extLst>
          </p:cNvPr>
          <p:cNvSpPr>
            <a:spLocks noGrp="1"/>
          </p:cNvSpPr>
          <p:nvPr>
            <p:ph type="title"/>
          </p:nvPr>
        </p:nvSpPr>
        <p:spPr>
          <a:xfrm>
            <a:off x="839788" y="365125"/>
            <a:ext cx="10515600" cy="1325563"/>
          </a:xfrm>
        </p:spPr>
        <p:txBody>
          <a:bodyPr/>
          <a:lstStyle/>
          <a:p>
            <a:r>
              <a:rPr lang="en-US"/>
              <a:t>Click to edit Master title style</a:t>
            </a:r>
            <a:endParaRPr lang="en-IE"/>
          </a:p>
        </p:txBody>
      </p:sp>
      <p:sp>
        <p:nvSpPr>
          <p:cNvPr id="3" name="Text Placeholder 2">
            <a:extLst>
              <a:ext uri="{FF2B5EF4-FFF2-40B4-BE49-F238E27FC236}">
                <a16:creationId xmlns:a16="http://schemas.microsoft.com/office/drawing/2014/main" id="{7B1AA644-2AB8-47E3-A99D-40DDEBBA43E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3B8E3011-F042-43AB-9DA8-1C0AA51185FC}"/>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5" name="Text Placeholder 4">
            <a:extLst>
              <a:ext uri="{FF2B5EF4-FFF2-40B4-BE49-F238E27FC236}">
                <a16:creationId xmlns:a16="http://schemas.microsoft.com/office/drawing/2014/main" id="{18B9220C-B1EC-447A-B2C2-6F114D17978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DEC7B341-FA55-4E6D-B05A-12A79656FF9C}"/>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7" name="Date Placeholder 6">
            <a:extLst>
              <a:ext uri="{FF2B5EF4-FFF2-40B4-BE49-F238E27FC236}">
                <a16:creationId xmlns:a16="http://schemas.microsoft.com/office/drawing/2014/main" id="{05628B03-2AF7-447E-952D-F4DEC4C25D81}"/>
              </a:ext>
            </a:extLst>
          </p:cNvPr>
          <p:cNvSpPr>
            <a:spLocks noGrp="1"/>
          </p:cNvSpPr>
          <p:nvPr>
            <p:ph type="dt" sz="half" idx="10"/>
          </p:nvPr>
        </p:nvSpPr>
        <p:spPr/>
        <p:txBody>
          <a:bodyPr/>
          <a:lstStyle/>
          <a:p>
            <a:fld id="{3E4BB912-EB11-4322-ADF0-5182BFC8FF9B}" type="datetimeFigureOut">
              <a:rPr lang="en-IE" smtClean="0"/>
              <a:t>19/11/2021</a:t>
            </a:fld>
            <a:endParaRPr lang="en-IE"/>
          </a:p>
        </p:txBody>
      </p:sp>
      <p:sp>
        <p:nvSpPr>
          <p:cNvPr id="8" name="Footer Placeholder 7">
            <a:extLst>
              <a:ext uri="{FF2B5EF4-FFF2-40B4-BE49-F238E27FC236}">
                <a16:creationId xmlns:a16="http://schemas.microsoft.com/office/drawing/2014/main" id="{BDA5E434-7322-4CE8-A7B4-3A33C17554DB}"/>
              </a:ext>
            </a:extLst>
          </p:cNvPr>
          <p:cNvSpPr>
            <a:spLocks noGrp="1"/>
          </p:cNvSpPr>
          <p:nvPr>
            <p:ph type="ftr" sz="quarter" idx="11"/>
          </p:nvPr>
        </p:nvSpPr>
        <p:spPr/>
        <p:txBody>
          <a:bodyPr/>
          <a:lstStyle/>
          <a:p>
            <a:endParaRPr lang="en-IE"/>
          </a:p>
        </p:txBody>
      </p:sp>
      <p:sp>
        <p:nvSpPr>
          <p:cNvPr id="9" name="Slide Number Placeholder 8">
            <a:extLst>
              <a:ext uri="{FF2B5EF4-FFF2-40B4-BE49-F238E27FC236}">
                <a16:creationId xmlns:a16="http://schemas.microsoft.com/office/drawing/2014/main" id="{4A45D60E-B3B6-4DD7-B87E-1CCEC675167C}"/>
              </a:ext>
            </a:extLst>
          </p:cNvPr>
          <p:cNvSpPr>
            <a:spLocks noGrp="1"/>
          </p:cNvSpPr>
          <p:nvPr>
            <p:ph type="sldNum" sz="quarter" idx="12"/>
          </p:nvPr>
        </p:nvSpPr>
        <p:spPr/>
        <p:txBody>
          <a:bodyPr/>
          <a:lstStyle/>
          <a:p>
            <a:fld id="{4A7CF1EC-EDAF-4237-A942-5FB0CA0D01E2}" type="slidenum">
              <a:rPr lang="en-IE" smtClean="0"/>
              <a:t>‹#›</a:t>
            </a:fld>
            <a:endParaRPr lang="en-IE"/>
          </a:p>
        </p:txBody>
      </p:sp>
    </p:spTree>
    <p:extLst>
      <p:ext uri="{BB962C8B-B14F-4D97-AF65-F5344CB8AC3E}">
        <p14:creationId xmlns:p14="http://schemas.microsoft.com/office/powerpoint/2010/main" val="28762275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632478-52E1-47CA-B01D-AFC9E619FC4F}"/>
              </a:ext>
            </a:extLst>
          </p:cNvPr>
          <p:cNvSpPr>
            <a:spLocks noGrp="1"/>
          </p:cNvSpPr>
          <p:nvPr>
            <p:ph type="title"/>
          </p:nvPr>
        </p:nvSpPr>
        <p:spPr/>
        <p:txBody>
          <a:bodyPr/>
          <a:lstStyle/>
          <a:p>
            <a:r>
              <a:rPr lang="en-US"/>
              <a:t>Click to edit Master title style</a:t>
            </a:r>
            <a:endParaRPr lang="en-IE"/>
          </a:p>
        </p:txBody>
      </p:sp>
      <p:sp>
        <p:nvSpPr>
          <p:cNvPr id="3" name="Date Placeholder 2">
            <a:extLst>
              <a:ext uri="{FF2B5EF4-FFF2-40B4-BE49-F238E27FC236}">
                <a16:creationId xmlns:a16="http://schemas.microsoft.com/office/drawing/2014/main" id="{B2DE44E9-7704-42E6-A424-0ACA38C44B30}"/>
              </a:ext>
            </a:extLst>
          </p:cNvPr>
          <p:cNvSpPr>
            <a:spLocks noGrp="1"/>
          </p:cNvSpPr>
          <p:nvPr>
            <p:ph type="dt" sz="half" idx="10"/>
          </p:nvPr>
        </p:nvSpPr>
        <p:spPr/>
        <p:txBody>
          <a:bodyPr/>
          <a:lstStyle/>
          <a:p>
            <a:fld id="{3E4BB912-EB11-4322-ADF0-5182BFC8FF9B}" type="datetimeFigureOut">
              <a:rPr lang="en-IE" smtClean="0"/>
              <a:t>19/11/2021</a:t>
            </a:fld>
            <a:endParaRPr lang="en-IE"/>
          </a:p>
        </p:txBody>
      </p:sp>
      <p:sp>
        <p:nvSpPr>
          <p:cNvPr id="4" name="Footer Placeholder 3">
            <a:extLst>
              <a:ext uri="{FF2B5EF4-FFF2-40B4-BE49-F238E27FC236}">
                <a16:creationId xmlns:a16="http://schemas.microsoft.com/office/drawing/2014/main" id="{9140CFFD-2803-4A50-931B-E07BEA5C06F4}"/>
              </a:ext>
            </a:extLst>
          </p:cNvPr>
          <p:cNvSpPr>
            <a:spLocks noGrp="1"/>
          </p:cNvSpPr>
          <p:nvPr>
            <p:ph type="ftr" sz="quarter" idx="11"/>
          </p:nvPr>
        </p:nvSpPr>
        <p:spPr/>
        <p:txBody>
          <a:bodyPr/>
          <a:lstStyle/>
          <a:p>
            <a:endParaRPr lang="en-IE"/>
          </a:p>
        </p:txBody>
      </p:sp>
      <p:sp>
        <p:nvSpPr>
          <p:cNvPr id="5" name="Slide Number Placeholder 4">
            <a:extLst>
              <a:ext uri="{FF2B5EF4-FFF2-40B4-BE49-F238E27FC236}">
                <a16:creationId xmlns:a16="http://schemas.microsoft.com/office/drawing/2014/main" id="{4D589975-3A35-48AB-8A4E-F4C33189FA9F}"/>
              </a:ext>
            </a:extLst>
          </p:cNvPr>
          <p:cNvSpPr>
            <a:spLocks noGrp="1"/>
          </p:cNvSpPr>
          <p:nvPr>
            <p:ph type="sldNum" sz="quarter" idx="12"/>
          </p:nvPr>
        </p:nvSpPr>
        <p:spPr/>
        <p:txBody>
          <a:bodyPr/>
          <a:lstStyle/>
          <a:p>
            <a:fld id="{4A7CF1EC-EDAF-4237-A942-5FB0CA0D01E2}" type="slidenum">
              <a:rPr lang="en-IE" smtClean="0"/>
              <a:t>‹#›</a:t>
            </a:fld>
            <a:endParaRPr lang="en-IE"/>
          </a:p>
        </p:txBody>
      </p:sp>
    </p:spTree>
    <p:extLst>
      <p:ext uri="{BB962C8B-B14F-4D97-AF65-F5344CB8AC3E}">
        <p14:creationId xmlns:p14="http://schemas.microsoft.com/office/powerpoint/2010/main" val="3830757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36F3C36-A59B-4EB6-ABD2-05FB878381BD}"/>
              </a:ext>
            </a:extLst>
          </p:cNvPr>
          <p:cNvSpPr>
            <a:spLocks noGrp="1"/>
          </p:cNvSpPr>
          <p:nvPr>
            <p:ph type="dt" sz="half" idx="10"/>
          </p:nvPr>
        </p:nvSpPr>
        <p:spPr/>
        <p:txBody>
          <a:bodyPr/>
          <a:lstStyle/>
          <a:p>
            <a:fld id="{3E4BB912-EB11-4322-ADF0-5182BFC8FF9B}" type="datetimeFigureOut">
              <a:rPr lang="en-IE" smtClean="0"/>
              <a:t>19/11/2021</a:t>
            </a:fld>
            <a:endParaRPr lang="en-IE"/>
          </a:p>
        </p:txBody>
      </p:sp>
      <p:sp>
        <p:nvSpPr>
          <p:cNvPr id="3" name="Footer Placeholder 2">
            <a:extLst>
              <a:ext uri="{FF2B5EF4-FFF2-40B4-BE49-F238E27FC236}">
                <a16:creationId xmlns:a16="http://schemas.microsoft.com/office/drawing/2014/main" id="{1B1A852A-EB59-492A-8057-339828C194F6}"/>
              </a:ext>
            </a:extLst>
          </p:cNvPr>
          <p:cNvSpPr>
            <a:spLocks noGrp="1"/>
          </p:cNvSpPr>
          <p:nvPr>
            <p:ph type="ftr" sz="quarter" idx="11"/>
          </p:nvPr>
        </p:nvSpPr>
        <p:spPr/>
        <p:txBody>
          <a:bodyPr/>
          <a:lstStyle/>
          <a:p>
            <a:endParaRPr lang="en-IE"/>
          </a:p>
        </p:txBody>
      </p:sp>
      <p:sp>
        <p:nvSpPr>
          <p:cNvPr id="4" name="Slide Number Placeholder 3">
            <a:extLst>
              <a:ext uri="{FF2B5EF4-FFF2-40B4-BE49-F238E27FC236}">
                <a16:creationId xmlns:a16="http://schemas.microsoft.com/office/drawing/2014/main" id="{F7624B68-B49B-48B5-800B-189F7D87AE64}"/>
              </a:ext>
            </a:extLst>
          </p:cNvPr>
          <p:cNvSpPr>
            <a:spLocks noGrp="1"/>
          </p:cNvSpPr>
          <p:nvPr>
            <p:ph type="sldNum" sz="quarter" idx="12"/>
          </p:nvPr>
        </p:nvSpPr>
        <p:spPr/>
        <p:txBody>
          <a:bodyPr/>
          <a:lstStyle/>
          <a:p>
            <a:fld id="{4A7CF1EC-EDAF-4237-A942-5FB0CA0D01E2}" type="slidenum">
              <a:rPr lang="en-IE" smtClean="0"/>
              <a:t>‹#›</a:t>
            </a:fld>
            <a:endParaRPr lang="en-IE"/>
          </a:p>
        </p:txBody>
      </p:sp>
    </p:spTree>
    <p:extLst>
      <p:ext uri="{BB962C8B-B14F-4D97-AF65-F5344CB8AC3E}">
        <p14:creationId xmlns:p14="http://schemas.microsoft.com/office/powerpoint/2010/main" val="6454004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5F6F85-3444-4593-A33D-4294F9C20A2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E"/>
          </a:p>
        </p:txBody>
      </p:sp>
      <p:sp>
        <p:nvSpPr>
          <p:cNvPr id="3" name="Content Placeholder 2">
            <a:extLst>
              <a:ext uri="{FF2B5EF4-FFF2-40B4-BE49-F238E27FC236}">
                <a16:creationId xmlns:a16="http://schemas.microsoft.com/office/drawing/2014/main" id="{7A6C15CB-BB65-43FD-A46A-8A701581908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Text Placeholder 3">
            <a:extLst>
              <a:ext uri="{FF2B5EF4-FFF2-40B4-BE49-F238E27FC236}">
                <a16:creationId xmlns:a16="http://schemas.microsoft.com/office/drawing/2014/main" id="{1D8A6547-86AF-4303-B255-7A4F09338ED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A57380A2-293E-453F-9526-EC165575BF79}"/>
              </a:ext>
            </a:extLst>
          </p:cNvPr>
          <p:cNvSpPr>
            <a:spLocks noGrp="1"/>
          </p:cNvSpPr>
          <p:nvPr>
            <p:ph type="dt" sz="half" idx="10"/>
          </p:nvPr>
        </p:nvSpPr>
        <p:spPr/>
        <p:txBody>
          <a:bodyPr/>
          <a:lstStyle/>
          <a:p>
            <a:fld id="{3E4BB912-EB11-4322-ADF0-5182BFC8FF9B}" type="datetimeFigureOut">
              <a:rPr lang="en-IE" smtClean="0"/>
              <a:t>19/11/2021</a:t>
            </a:fld>
            <a:endParaRPr lang="en-IE"/>
          </a:p>
        </p:txBody>
      </p:sp>
      <p:sp>
        <p:nvSpPr>
          <p:cNvPr id="6" name="Footer Placeholder 5">
            <a:extLst>
              <a:ext uri="{FF2B5EF4-FFF2-40B4-BE49-F238E27FC236}">
                <a16:creationId xmlns:a16="http://schemas.microsoft.com/office/drawing/2014/main" id="{101AC90F-A948-408B-A209-BB7AE6BC0571}"/>
              </a:ext>
            </a:extLst>
          </p:cNvPr>
          <p:cNvSpPr>
            <a:spLocks noGrp="1"/>
          </p:cNvSpPr>
          <p:nvPr>
            <p:ph type="ftr" sz="quarter" idx="11"/>
          </p:nvPr>
        </p:nvSpPr>
        <p:spPr/>
        <p:txBody>
          <a:bodyPr/>
          <a:lstStyle/>
          <a:p>
            <a:endParaRPr lang="en-IE"/>
          </a:p>
        </p:txBody>
      </p:sp>
      <p:sp>
        <p:nvSpPr>
          <p:cNvPr id="7" name="Slide Number Placeholder 6">
            <a:extLst>
              <a:ext uri="{FF2B5EF4-FFF2-40B4-BE49-F238E27FC236}">
                <a16:creationId xmlns:a16="http://schemas.microsoft.com/office/drawing/2014/main" id="{DBE763F6-F8AC-4E4A-A27D-2BF02D90CFA3}"/>
              </a:ext>
            </a:extLst>
          </p:cNvPr>
          <p:cNvSpPr>
            <a:spLocks noGrp="1"/>
          </p:cNvSpPr>
          <p:nvPr>
            <p:ph type="sldNum" sz="quarter" idx="12"/>
          </p:nvPr>
        </p:nvSpPr>
        <p:spPr/>
        <p:txBody>
          <a:bodyPr/>
          <a:lstStyle/>
          <a:p>
            <a:fld id="{4A7CF1EC-EDAF-4237-A942-5FB0CA0D01E2}" type="slidenum">
              <a:rPr lang="en-IE" smtClean="0"/>
              <a:t>‹#›</a:t>
            </a:fld>
            <a:endParaRPr lang="en-IE"/>
          </a:p>
        </p:txBody>
      </p:sp>
    </p:spTree>
    <p:extLst>
      <p:ext uri="{BB962C8B-B14F-4D97-AF65-F5344CB8AC3E}">
        <p14:creationId xmlns:p14="http://schemas.microsoft.com/office/powerpoint/2010/main" val="4881539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C6381D-7C1C-4F5D-AF30-CB9AEEA456F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E"/>
          </a:p>
        </p:txBody>
      </p:sp>
      <p:sp>
        <p:nvSpPr>
          <p:cNvPr id="3" name="Picture Placeholder 2">
            <a:extLst>
              <a:ext uri="{FF2B5EF4-FFF2-40B4-BE49-F238E27FC236}">
                <a16:creationId xmlns:a16="http://schemas.microsoft.com/office/drawing/2014/main" id="{22609CAF-9C79-4F7B-8016-E8AE7A2EC0C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E"/>
          </a:p>
        </p:txBody>
      </p:sp>
      <p:sp>
        <p:nvSpPr>
          <p:cNvPr id="4" name="Text Placeholder 3">
            <a:extLst>
              <a:ext uri="{FF2B5EF4-FFF2-40B4-BE49-F238E27FC236}">
                <a16:creationId xmlns:a16="http://schemas.microsoft.com/office/drawing/2014/main" id="{10FDA4F9-FB31-406D-A9D4-480925C41A6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640E07C3-FF5B-469F-9E4E-A55A244CF309}"/>
              </a:ext>
            </a:extLst>
          </p:cNvPr>
          <p:cNvSpPr>
            <a:spLocks noGrp="1"/>
          </p:cNvSpPr>
          <p:nvPr>
            <p:ph type="dt" sz="half" idx="10"/>
          </p:nvPr>
        </p:nvSpPr>
        <p:spPr/>
        <p:txBody>
          <a:bodyPr/>
          <a:lstStyle/>
          <a:p>
            <a:fld id="{3E4BB912-EB11-4322-ADF0-5182BFC8FF9B}" type="datetimeFigureOut">
              <a:rPr lang="en-IE" smtClean="0"/>
              <a:t>19/11/2021</a:t>
            </a:fld>
            <a:endParaRPr lang="en-IE"/>
          </a:p>
        </p:txBody>
      </p:sp>
      <p:sp>
        <p:nvSpPr>
          <p:cNvPr id="6" name="Footer Placeholder 5">
            <a:extLst>
              <a:ext uri="{FF2B5EF4-FFF2-40B4-BE49-F238E27FC236}">
                <a16:creationId xmlns:a16="http://schemas.microsoft.com/office/drawing/2014/main" id="{EC659E43-1A74-4FE0-892D-27479DD57B5C}"/>
              </a:ext>
            </a:extLst>
          </p:cNvPr>
          <p:cNvSpPr>
            <a:spLocks noGrp="1"/>
          </p:cNvSpPr>
          <p:nvPr>
            <p:ph type="ftr" sz="quarter" idx="11"/>
          </p:nvPr>
        </p:nvSpPr>
        <p:spPr/>
        <p:txBody>
          <a:bodyPr/>
          <a:lstStyle/>
          <a:p>
            <a:endParaRPr lang="en-IE"/>
          </a:p>
        </p:txBody>
      </p:sp>
      <p:sp>
        <p:nvSpPr>
          <p:cNvPr id="7" name="Slide Number Placeholder 6">
            <a:extLst>
              <a:ext uri="{FF2B5EF4-FFF2-40B4-BE49-F238E27FC236}">
                <a16:creationId xmlns:a16="http://schemas.microsoft.com/office/drawing/2014/main" id="{426A2465-6FC8-4B20-8777-328A346A3B54}"/>
              </a:ext>
            </a:extLst>
          </p:cNvPr>
          <p:cNvSpPr>
            <a:spLocks noGrp="1"/>
          </p:cNvSpPr>
          <p:nvPr>
            <p:ph type="sldNum" sz="quarter" idx="12"/>
          </p:nvPr>
        </p:nvSpPr>
        <p:spPr/>
        <p:txBody>
          <a:bodyPr/>
          <a:lstStyle/>
          <a:p>
            <a:fld id="{4A7CF1EC-EDAF-4237-A942-5FB0CA0D01E2}" type="slidenum">
              <a:rPr lang="en-IE" smtClean="0"/>
              <a:t>‹#›</a:t>
            </a:fld>
            <a:endParaRPr lang="en-IE"/>
          </a:p>
        </p:txBody>
      </p:sp>
    </p:spTree>
    <p:extLst>
      <p:ext uri="{BB962C8B-B14F-4D97-AF65-F5344CB8AC3E}">
        <p14:creationId xmlns:p14="http://schemas.microsoft.com/office/powerpoint/2010/main" val="24518076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C23AA1-A7B4-4ACE-937E-60AAB6817BED}"/>
              </a:ext>
            </a:extLst>
          </p:cNvPr>
          <p:cNvSpPr>
            <a:spLocks noGrp="1"/>
          </p:cNvSpPr>
          <p:nvPr>
            <p:ph type="title"/>
          </p:nvPr>
        </p:nvSpPr>
        <p:spPr/>
        <p:txBody>
          <a:bodyPr/>
          <a:lstStyle/>
          <a:p>
            <a:r>
              <a:rPr lang="en-US"/>
              <a:t>Click to edit Master title style</a:t>
            </a:r>
            <a:endParaRPr lang="en-IE"/>
          </a:p>
        </p:txBody>
      </p:sp>
      <p:sp>
        <p:nvSpPr>
          <p:cNvPr id="3" name="Vertical Text Placeholder 2">
            <a:extLst>
              <a:ext uri="{FF2B5EF4-FFF2-40B4-BE49-F238E27FC236}">
                <a16:creationId xmlns:a16="http://schemas.microsoft.com/office/drawing/2014/main" id="{829C8CD2-46B9-4F51-8A62-3AB844F2B36D}"/>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Date Placeholder 3">
            <a:extLst>
              <a:ext uri="{FF2B5EF4-FFF2-40B4-BE49-F238E27FC236}">
                <a16:creationId xmlns:a16="http://schemas.microsoft.com/office/drawing/2014/main" id="{8108E201-E674-42FB-BC64-FA1A4847040A}"/>
              </a:ext>
            </a:extLst>
          </p:cNvPr>
          <p:cNvSpPr>
            <a:spLocks noGrp="1"/>
          </p:cNvSpPr>
          <p:nvPr>
            <p:ph type="dt" sz="half" idx="10"/>
          </p:nvPr>
        </p:nvSpPr>
        <p:spPr/>
        <p:txBody>
          <a:bodyPr/>
          <a:lstStyle/>
          <a:p>
            <a:fld id="{3E4BB912-EB11-4322-ADF0-5182BFC8FF9B}" type="datetimeFigureOut">
              <a:rPr lang="en-IE" smtClean="0"/>
              <a:t>19/11/2021</a:t>
            </a:fld>
            <a:endParaRPr lang="en-IE"/>
          </a:p>
        </p:txBody>
      </p:sp>
      <p:sp>
        <p:nvSpPr>
          <p:cNvPr id="5" name="Footer Placeholder 4">
            <a:extLst>
              <a:ext uri="{FF2B5EF4-FFF2-40B4-BE49-F238E27FC236}">
                <a16:creationId xmlns:a16="http://schemas.microsoft.com/office/drawing/2014/main" id="{BACBC063-D352-4049-8753-256C617867D5}"/>
              </a:ext>
            </a:extLst>
          </p:cNvPr>
          <p:cNvSpPr>
            <a:spLocks noGrp="1"/>
          </p:cNvSpPr>
          <p:nvPr>
            <p:ph type="ftr" sz="quarter" idx="11"/>
          </p:nvPr>
        </p:nvSpPr>
        <p:spPr/>
        <p:txBody>
          <a:bodyPr/>
          <a:lstStyle/>
          <a:p>
            <a:endParaRPr lang="en-IE"/>
          </a:p>
        </p:txBody>
      </p:sp>
      <p:sp>
        <p:nvSpPr>
          <p:cNvPr id="6" name="Slide Number Placeholder 5">
            <a:extLst>
              <a:ext uri="{FF2B5EF4-FFF2-40B4-BE49-F238E27FC236}">
                <a16:creationId xmlns:a16="http://schemas.microsoft.com/office/drawing/2014/main" id="{8E471CBE-B300-4035-AECA-517F87D06265}"/>
              </a:ext>
            </a:extLst>
          </p:cNvPr>
          <p:cNvSpPr>
            <a:spLocks noGrp="1"/>
          </p:cNvSpPr>
          <p:nvPr>
            <p:ph type="sldNum" sz="quarter" idx="12"/>
          </p:nvPr>
        </p:nvSpPr>
        <p:spPr/>
        <p:txBody>
          <a:bodyPr/>
          <a:lstStyle/>
          <a:p>
            <a:fld id="{4A7CF1EC-EDAF-4237-A942-5FB0CA0D01E2}" type="slidenum">
              <a:rPr lang="en-IE" smtClean="0"/>
              <a:t>‹#›</a:t>
            </a:fld>
            <a:endParaRPr lang="en-IE"/>
          </a:p>
        </p:txBody>
      </p:sp>
    </p:spTree>
    <p:extLst>
      <p:ext uri="{BB962C8B-B14F-4D97-AF65-F5344CB8AC3E}">
        <p14:creationId xmlns:p14="http://schemas.microsoft.com/office/powerpoint/2010/main" val="11500488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05C93B4-4687-4629-AFAC-3B66EBB9B26F}"/>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E"/>
          </a:p>
        </p:txBody>
      </p:sp>
      <p:sp>
        <p:nvSpPr>
          <p:cNvPr id="3" name="Vertical Text Placeholder 2">
            <a:extLst>
              <a:ext uri="{FF2B5EF4-FFF2-40B4-BE49-F238E27FC236}">
                <a16:creationId xmlns:a16="http://schemas.microsoft.com/office/drawing/2014/main" id="{B12F7CFD-ECD2-4216-9631-9D250C8DF7F5}"/>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Date Placeholder 3">
            <a:extLst>
              <a:ext uri="{FF2B5EF4-FFF2-40B4-BE49-F238E27FC236}">
                <a16:creationId xmlns:a16="http://schemas.microsoft.com/office/drawing/2014/main" id="{4C44291F-CFA3-4407-8AF7-6D5A79C437C9}"/>
              </a:ext>
            </a:extLst>
          </p:cNvPr>
          <p:cNvSpPr>
            <a:spLocks noGrp="1"/>
          </p:cNvSpPr>
          <p:nvPr>
            <p:ph type="dt" sz="half" idx="10"/>
          </p:nvPr>
        </p:nvSpPr>
        <p:spPr/>
        <p:txBody>
          <a:bodyPr/>
          <a:lstStyle/>
          <a:p>
            <a:fld id="{3E4BB912-EB11-4322-ADF0-5182BFC8FF9B}" type="datetimeFigureOut">
              <a:rPr lang="en-IE" smtClean="0"/>
              <a:t>19/11/2021</a:t>
            </a:fld>
            <a:endParaRPr lang="en-IE"/>
          </a:p>
        </p:txBody>
      </p:sp>
      <p:sp>
        <p:nvSpPr>
          <p:cNvPr id="5" name="Footer Placeholder 4">
            <a:extLst>
              <a:ext uri="{FF2B5EF4-FFF2-40B4-BE49-F238E27FC236}">
                <a16:creationId xmlns:a16="http://schemas.microsoft.com/office/drawing/2014/main" id="{EC9800A5-AF5C-42CC-A5B2-029BDCBA46B9}"/>
              </a:ext>
            </a:extLst>
          </p:cNvPr>
          <p:cNvSpPr>
            <a:spLocks noGrp="1"/>
          </p:cNvSpPr>
          <p:nvPr>
            <p:ph type="ftr" sz="quarter" idx="11"/>
          </p:nvPr>
        </p:nvSpPr>
        <p:spPr/>
        <p:txBody>
          <a:bodyPr/>
          <a:lstStyle/>
          <a:p>
            <a:endParaRPr lang="en-IE"/>
          </a:p>
        </p:txBody>
      </p:sp>
      <p:sp>
        <p:nvSpPr>
          <p:cNvPr id="6" name="Slide Number Placeholder 5">
            <a:extLst>
              <a:ext uri="{FF2B5EF4-FFF2-40B4-BE49-F238E27FC236}">
                <a16:creationId xmlns:a16="http://schemas.microsoft.com/office/drawing/2014/main" id="{0CAB2D43-1626-4A70-B09D-50F008517437}"/>
              </a:ext>
            </a:extLst>
          </p:cNvPr>
          <p:cNvSpPr>
            <a:spLocks noGrp="1"/>
          </p:cNvSpPr>
          <p:nvPr>
            <p:ph type="sldNum" sz="quarter" idx="12"/>
          </p:nvPr>
        </p:nvSpPr>
        <p:spPr/>
        <p:txBody>
          <a:bodyPr/>
          <a:lstStyle/>
          <a:p>
            <a:fld id="{4A7CF1EC-EDAF-4237-A942-5FB0CA0D01E2}" type="slidenum">
              <a:rPr lang="en-IE" smtClean="0"/>
              <a:t>‹#›</a:t>
            </a:fld>
            <a:endParaRPr lang="en-IE"/>
          </a:p>
        </p:txBody>
      </p:sp>
    </p:spTree>
    <p:extLst>
      <p:ext uri="{BB962C8B-B14F-4D97-AF65-F5344CB8AC3E}">
        <p14:creationId xmlns:p14="http://schemas.microsoft.com/office/powerpoint/2010/main" val="32275762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1F1050C-AA40-4056-B5C9-D44F9D1045D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E"/>
          </a:p>
        </p:txBody>
      </p:sp>
      <p:sp>
        <p:nvSpPr>
          <p:cNvPr id="3" name="Text Placeholder 2">
            <a:extLst>
              <a:ext uri="{FF2B5EF4-FFF2-40B4-BE49-F238E27FC236}">
                <a16:creationId xmlns:a16="http://schemas.microsoft.com/office/drawing/2014/main" id="{301C50DD-8E66-4C7E-85DA-F206E44178E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Date Placeholder 3">
            <a:extLst>
              <a:ext uri="{FF2B5EF4-FFF2-40B4-BE49-F238E27FC236}">
                <a16:creationId xmlns:a16="http://schemas.microsoft.com/office/drawing/2014/main" id="{CF7C5B44-6DA8-48AC-A8B9-AA16FE5119E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E4BB912-EB11-4322-ADF0-5182BFC8FF9B}" type="datetimeFigureOut">
              <a:rPr lang="en-IE" smtClean="0"/>
              <a:t>19/11/2021</a:t>
            </a:fld>
            <a:endParaRPr lang="en-IE"/>
          </a:p>
        </p:txBody>
      </p:sp>
      <p:sp>
        <p:nvSpPr>
          <p:cNvPr id="5" name="Footer Placeholder 4">
            <a:extLst>
              <a:ext uri="{FF2B5EF4-FFF2-40B4-BE49-F238E27FC236}">
                <a16:creationId xmlns:a16="http://schemas.microsoft.com/office/drawing/2014/main" id="{A97C1EF0-F99C-45E3-8AF8-8F56F8168F5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E"/>
          </a:p>
        </p:txBody>
      </p:sp>
      <p:sp>
        <p:nvSpPr>
          <p:cNvPr id="6" name="Slide Number Placeholder 5">
            <a:extLst>
              <a:ext uri="{FF2B5EF4-FFF2-40B4-BE49-F238E27FC236}">
                <a16:creationId xmlns:a16="http://schemas.microsoft.com/office/drawing/2014/main" id="{FAED1EF5-3F24-4502-856F-FD71A73975E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A7CF1EC-EDAF-4237-A942-5FB0CA0D01E2}" type="slidenum">
              <a:rPr lang="en-IE" smtClean="0"/>
              <a:t>‹#›</a:t>
            </a:fld>
            <a:endParaRPr lang="en-IE"/>
          </a:p>
        </p:txBody>
      </p:sp>
    </p:spTree>
    <p:extLst>
      <p:ext uri="{BB962C8B-B14F-4D97-AF65-F5344CB8AC3E}">
        <p14:creationId xmlns:p14="http://schemas.microsoft.com/office/powerpoint/2010/main" val="344335761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EA97BD7F-B6EC-4638-9023-6C3383C39A8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8" name="TextBox 7">
            <a:extLst>
              <a:ext uri="{FF2B5EF4-FFF2-40B4-BE49-F238E27FC236}">
                <a16:creationId xmlns:a16="http://schemas.microsoft.com/office/drawing/2014/main" id="{4C9CFA9D-0805-455F-BAE7-A3D5D2330B4A}"/>
              </a:ext>
            </a:extLst>
          </p:cNvPr>
          <p:cNvSpPr txBox="1"/>
          <p:nvPr/>
        </p:nvSpPr>
        <p:spPr>
          <a:xfrm>
            <a:off x="4230255" y="270861"/>
            <a:ext cx="2955636" cy="646331"/>
          </a:xfrm>
          <a:prstGeom prst="rect">
            <a:avLst/>
          </a:prstGeom>
          <a:noFill/>
        </p:spPr>
        <p:txBody>
          <a:bodyPr wrap="square" rtlCol="0">
            <a:spAutoFit/>
          </a:bodyPr>
          <a:lstStyle/>
          <a:p>
            <a:r>
              <a:rPr lang="en-IE" sz="3600" b="1" dirty="0">
                <a:solidFill>
                  <a:schemeClr val="bg1"/>
                </a:solidFill>
              </a:rPr>
              <a:t>Elevator pitch</a:t>
            </a:r>
          </a:p>
        </p:txBody>
      </p:sp>
      <p:sp>
        <p:nvSpPr>
          <p:cNvPr id="9" name="TextBox 8">
            <a:extLst>
              <a:ext uri="{FF2B5EF4-FFF2-40B4-BE49-F238E27FC236}">
                <a16:creationId xmlns:a16="http://schemas.microsoft.com/office/drawing/2014/main" id="{0314A769-0273-4903-B0E7-AA9DC13EF7DE}"/>
              </a:ext>
            </a:extLst>
          </p:cNvPr>
          <p:cNvSpPr txBox="1"/>
          <p:nvPr/>
        </p:nvSpPr>
        <p:spPr>
          <a:xfrm>
            <a:off x="3629891" y="1644072"/>
            <a:ext cx="5800436" cy="4093428"/>
          </a:xfrm>
          <a:prstGeom prst="rect">
            <a:avLst/>
          </a:prstGeom>
          <a:noFill/>
        </p:spPr>
        <p:txBody>
          <a:bodyPr wrap="square" rtlCol="0">
            <a:spAutoFit/>
          </a:bodyPr>
          <a:lstStyle/>
          <a:p>
            <a:r>
              <a:rPr lang="en-US" sz="2000" b="1" dirty="0">
                <a:solidFill>
                  <a:schemeClr val="bg1"/>
                </a:solidFill>
              </a:rPr>
              <a:t>In a fictional 2021,</a:t>
            </a:r>
          </a:p>
          <a:p>
            <a:endParaRPr lang="en-US" sz="2000" b="1" dirty="0">
              <a:solidFill>
                <a:schemeClr val="bg1"/>
              </a:solidFill>
            </a:endParaRPr>
          </a:p>
          <a:p>
            <a:r>
              <a:rPr lang="en-US" sz="2000" b="1" dirty="0">
                <a:solidFill>
                  <a:schemeClr val="bg1"/>
                </a:solidFill>
              </a:rPr>
              <a:t>Original assassins creed but in space, Assassins creed 4 elements where its open world with a pirate ship, but in this case its '</a:t>
            </a:r>
            <a:r>
              <a:rPr lang="en-US" sz="2000" b="1" dirty="0" err="1">
                <a:solidFill>
                  <a:schemeClr val="bg1"/>
                </a:solidFill>
              </a:rPr>
              <a:t>openspace</a:t>
            </a:r>
            <a:r>
              <a:rPr lang="en-US" sz="2000" b="1" dirty="0">
                <a:solidFill>
                  <a:schemeClr val="bg1"/>
                </a:solidFill>
              </a:rPr>
              <a:t>' with a 'space' ship.</a:t>
            </a:r>
          </a:p>
          <a:p>
            <a:endParaRPr lang="en-US" sz="2000" b="1" dirty="0">
              <a:solidFill>
                <a:schemeClr val="bg1"/>
              </a:solidFill>
            </a:endParaRPr>
          </a:p>
          <a:p>
            <a:r>
              <a:rPr lang="en-US" sz="2000" b="1" dirty="0">
                <a:solidFill>
                  <a:schemeClr val="bg1"/>
                </a:solidFill>
              </a:rPr>
              <a:t> Your a space pirate in this game.</a:t>
            </a:r>
          </a:p>
          <a:p>
            <a:endParaRPr lang="en-US" sz="2000" b="1" dirty="0">
              <a:solidFill>
                <a:schemeClr val="bg1"/>
              </a:solidFill>
            </a:endParaRPr>
          </a:p>
          <a:p>
            <a:r>
              <a:rPr lang="en-US" sz="2000" b="1" dirty="0">
                <a:solidFill>
                  <a:schemeClr val="bg1"/>
                </a:solidFill>
              </a:rPr>
              <a:t>You hunt down other space pirates in your Flying dutchman, butchering and plundering.</a:t>
            </a:r>
          </a:p>
          <a:p>
            <a:endParaRPr lang="en-US" sz="2000" b="1" dirty="0">
              <a:solidFill>
                <a:schemeClr val="bg1"/>
              </a:solidFill>
            </a:endParaRPr>
          </a:p>
          <a:p>
            <a:r>
              <a:rPr lang="en-US" sz="2000" b="1" dirty="0">
                <a:solidFill>
                  <a:schemeClr val="bg1"/>
                </a:solidFill>
              </a:rPr>
              <a:t>The goal is to travel the galaxy in hopes of finding legendary treasures lost in time.</a:t>
            </a:r>
            <a:endParaRPr lang="en-IE" sz="2000" b="1" dirty="0">
              <a:solidFill>
                <a:schemeClr val="bg1"/>
              </a:solidFill>
            </a:endParaRPr>
          </a:p>
        </p:txBody>
      </p:sp>
    </p:spTree>
    <p:extLst>
      <p:ext uri="{BB962C8B-B14F-4D97-AF65-F5344CB8AC3E}">
        <p14:creationId xmlns:p14="http://schemas.microsoft.com/office/powerpoint/2010/main" val="6985441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E9B76F0-8AD0-4DC0-96FA-4A84AD2D731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 name="TextBox 3">
            <a:extLst>
              <a:ext uri="{FF2B5EF4-FFF2-40B4-BE49-F238E27FC236}">
                <a16:creationId xmlns:a16="http://schemas.microsoft.com/office/drawing/2014/main" id="{2A49D647-FAE7-4422-BBFB-0900948BC25A}"/>
              </a:ext>
            </a:extLst>
          </p:cNvPr>
          <p:cNvSpPr txBox="1"/>
          <p:nvPr/>
        </p:nvSpPr>
        <p:spPr>
          <a:xfrm>
            <a:off x="3029528" y="277553"/>
            <a:ext cx="5024582" cy="646331"/>
          </a:xfrm>
          <a:prstGeom prst="rect">
            <a:avLst/>
          </a:prstGeom>
          <a:noFill/>
        </p:spPr>
        <p:txBody>
          <a:bodyPr wrap="square" rtlCol="0">
            <a:spAutoFit/>
          </a:bodyPr>
          <a:lstStyle/>
          <a:p>
            <a:r>
              <a:rPr lang="en-IE" sz="3600" b="1" dirty="0">
                <a:solidFill>
                  <a:schemeClr val="bg1"/>
                </a:solidFill>
              </a:rPr>
              <a:t>Gameplay description</a:t>
            </a:r>
          </a:p>
        </p:txBody>
      </p:sp>
      <p:sp>
        <p:nvSpPr>
          <p:cNvPr id="5" name="TextBox 4">
            <a:extLst>
              <a:ext uri="{FF2B5EF4-FFF2-40B4-BE49-F238E27FC236}">
                <a16:creationId xmlns:a16="http://schemas.microsoft.com/office/drawing/2014/main" id="{2344E717-AEA3-4219-8EB2-E4DC7E504FBB}"/>
              </a:ext>
            </a:extLst>
          </p:cNvPr>
          <p:cNvSpPr txBox="1"/>
          <p:nvPr/>
        </p:nvSpPr>
        <p:spPr>
          <a:xfrm>
            <a:off x="3260436" y="1357746"/>
            <a:ext cx="5116946" cy="4401205"/>
          </a:xfrm>
          <a:prstGeom prst="rect">
            <a:avLst/>
          </a:prstGeom>
          <a:noFill/>
        </p:spPr>
        <p:txBody>
          <a:bodyPr wrap="square" rtlCol="0">
            <a:spAutoFit/>
          </a:bodyPr>
          <a:lstStyle/>
          <a:p>
            <a:r>
              <a:rPr lang="en-US" sz="2000" b="1" dirty="0">
                <a:solidFill>
                  <a:schemeClr val="bg1"/>
                </a:solidFill>
              </a:rPr>
              <a:t>Play as a free roaming space pirate, kill enemies, steal their cargo, loot and their ship to either keep and use to upgrade your own gear or sell for pure profit and use your space credits to buy new gear, new ships and better weapons to steal more loot.</a:t>
            </a:r>
          </a:p>
          <a:p>
            <a:endParaRPr lang="en-US" sz="2000" b="1" dirty="0">
              <a:solidFill>
                <a:schemeClr val="bg1"/>
              </a:solidFill>
            </a:endParaRPr>
          </a:p>
          <a:p>
            <a:r>
              <a:rPr lang="en-US" sz="2000" b="1" dirty="0">
                <a:solidFill>
                  <a:schemeClr val="bg1"/>
                </a:solidFill>
              </a:rPr>
              <a:t>You sail the vast solar systems with your crew.</a:t>
            </a:r>
          </a:p>
          <a:p>
            <a:endParaRPr lang="en-US" sz="2000" b="1" dirty="0">
              <a:solidFill>
                <a:schemeClr val="bg1"/>
              </a:solidFill>
            </a:endParaRPr>
          </a:p>
          <a:p>
            <a:r>
              <a:rPr lang="en-US" sz="2000" b="1" dirty="0">
                <a:solidFill>
                  <a:schemeClr val="bg1"/>
                </a:solidFill>
              </a:rPr>
              <a:t>Parkour your way through space stations and ships as you search for loot to plunder.</a:t>
            </a:r>
          </a:p>
          <a:p>
            <a:endParaRPr lang="en-US" sz="2000" b="1" dirty="0">
              <a:solidFill>
                <a:schemeClr val="bg1"/>
              </a:solidFill>
            </a:endParaRPr>
          </a:p>
          <a:p>
            <a:r>
              <a:rPr lang="en-US" sz="2000" b="1" dirty="0">
                <a:solidFill>
                  <a:schemeClr val="bg1"/>
                </a:solidFill>
              </a:rPr>
              <a:t>Travel the vast open world galaxy in search for mythical treasures only ever hear of in tales.</a:t>
            </a:r>
            <a:endParaRPr lang="en-IE" sz="2000" b="1" dirty="0">
              <a:solidFill>
                <a:schemeClr val="bg1"/>
              </a:solidFill>
            </a:endParaRPr>
          </a:p>
        </p:txBody>
      </p:sp>
    </p:spTree>
    <p:extLst>
      <p:ext uri="{BB962C8B-B14F-4D97-AF65-F5344CB8AC3E}">
        <p14:creationId xmlns:p14="http://schemas.microsoft.com/office/powerpoint/2010/main" val="156378501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181</Words>
  <Application>Microsoft Office PowerPoint</Application>
  <PresentationFormat>Widescreen</PresentationFormat>
  <Paragraphs>18</Paragraphs>
  <Slides>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vt:i4>
      </vt:variant>
    </vt:vector>
  </HeadingPairs>
  <TitlesOfParts>
    <vt:vector size="6" baseType="lpstr">
      <vt:lpstr>Arial</vt:lpstr>
      <vt:lpstr>Calibri</vt:lpstr>
      <vt:lpstr>Calibri Light</vt:lpstr>
      <vt:lpstr>Office Theme</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(Student) - Pavol Janocko</dc:creator>
  <cp:lastModifiedBy>(Student) - Pavol Janocko</cp:lastModifiedBy>
  <cp:revision>1</cp:revision>
  <dcterms:created xsi:type="dcterms:W3CDTF">2021-11-19T14:37:30Z</dcterms:created>
  <dcterms:modified xsi:type="dcterms:W3CDTF">2021-11-19T14:37:52Z</dcterms:modified>
</cp:coreProperties>
</file>