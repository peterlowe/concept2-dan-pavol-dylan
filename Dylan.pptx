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E9A6-DC2F-4E7B-BD34-83894E94B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EF266-48F0-422B-A081-D70434C76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58C83-96C5-48DD-8042-11083A9D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41C1-79DC-4EA0-AE08-5C26AE79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2068A-7E4F-4BA5-A274-97683184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236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39FD-CB8C-4D28-A126-A05014EDD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A8FE4-CB9C-4DE6-8412-65EC746EF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3A26-3132-4CC8-B3CB-0ABA66350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551F5-C9BA-47B3-BD86-030E54065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048BD-EFE9-48D9-AA1F-228CEB32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018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E1D9-0ECA-49AB-8457-9A5E73EF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8A791-8BD3-4493-BFA6-3880F2C29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09D5E-8634-4082-BAA1-036C0035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FCB6-5A54-46E8-8095-242D08C7C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13B5D-7A8A-4D55-A0E1-FA2BF21F4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8044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A309-1595-46EA-B16C-7F428BB1C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482BB-ED1A-45C4-BDE2-643CC422D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FDB86-717E-4B20-B487-45D17A0F7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3BC1C-DBA0-43A0-AEFB-8F5DBFA1E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93D32-D1BE-41DA-BE7A-3D2BC2C94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EA381-941C-4052-81E0-5CD3D70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8601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A2988-CD0F-46C2-837D-5F4416636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A2C1C-200C-4F51-9024-446BDFE05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871AD-DEA3-4F95-B02A-EA48D6A5F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F4DBB-04AA-4C6A-B1A5-4F48014A9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D62B79-8CAD-4B01-A97B-264B895F31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6E2145-666E-4E35-92C8-C2E14EB7D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F7A0A4-A8C7-4DAA-8FBE-10F6D22C8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502BF1-16C3-4CE3-96A5-8DFBE14A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17584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DAC58-F48D-43F7-B7EF-211612DC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890AFA-977A-46B2-A84C-C8D16ADD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50A565-8C6B-4456-B63F-FE38CABD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13799-FA49-42D9-94A8-0DB6A2A1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793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BF899-3235-4717-8968-12EDB6E65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EC994-9A83-4300-AC1F-36AB4E2E3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B75F4-CE16-4C39-A5BF-D69993CC7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53811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F4310-B2C9-4EC0-A9E3-B68A8986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42584-03AB-49C0-A8B2-D9683113B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1EFB9-4850-4D65-9137-B0CABD8E3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F8F44-EFC0-49AE-A292-0E36B086D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1444D-FFF9-4EC9-8894-90D226570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B7A9C-7E40-4349-8ACC-61D9762E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8386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6C779-5134-4760-945E-2833A0242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C3379-F65A-409A-A15C-C0C40BA8A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14EF6-1E1A-45D8-86C5-4E36AC668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167CB-27B3-4F14-A324-A3E2CD23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D557-B638-40BD-8F92-7B7240C95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91112-D1A9-4461-A0D1-5AF756AC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25607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84A2-8E74-45CC-B094-26D0E7A6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32E8F-5CE2-4207-B902-A739DB23B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4D705-26F6-4999-A0C2-74C8B654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5C95E-7447-423C-9232-5800BD9EF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A09EC-10D9-40E6-B3B3-FF35707A8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31301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6FDE15-1954-49F9-A177-716951626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3576D-C553-4B06-8593-A22E9A163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C5A7A-4A02-44FD-9A88-522DB39A9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A7A83-CD4E-4D25-8FCC-D994045D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8896A-6D53-4EB0-B11F-61E2DBEA4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737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D0B96-D13C-4852-8873-6EAA5BED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694F4-001C-4905-AFD4-CC5CD2C99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CFC8D-F46A-4901-99DB-BF22D2809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1592D-0063-4621-8A25-258568563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3E92A-F036-4FD6-935E-7810B2BF1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7736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BB50-7B02-4472-A788-AD10D884A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836" y="221672"/>
            <a:ext cx="5384800" cy="877599"/>
          </a:xfrm>
        </p:spPr>
        <p:txBody>
          <a:bodyPr>
            <a:normAutofit fontScale="90000"/>
          </a:bodyPr>
          <a:lstStyle/>
          <a:p>
            <a:r>
              <a:rPr lang="en-IE" dirty="0">
                <a:solidFill>
                  <a:schemeClr val="bg1"/>
                </a:solidFill>
              </a:rPr>
              <a:t>Feature Points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D32E8D-F7A0-4B5F-A497-00D0C24A87F1}"/>
              </a:ext>
            </a:extLst>
          </p:cNvPr>
          <p:cNvSpPr txBox="1"/>
          <p:nvPr/>
        </p:nvSpPr>
        <p:spPr>
          <a:xfrm>
            <a:off x="567709" y="1099271"/>
            <a:ext cx="61286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Huge open world in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Great combat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In depth space economy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Multiple joinable factions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Multiple Endings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Branching story based on player choices (joining one faction may doom another)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More </a:t>
            </a:r>
            <a:r>
              <a:rPr lang="en-US" sz="2800" dirty="0" err="1">
                <a:solidFill>
                  <a:schemeClr val="bg1"/>
                </a:solidFill>
              </a:rPr>
              <a:t>customisation</a:t>
            </a:r>
            <a:r>
              <a:rPr lang="en-US" sz="2800" dirty="0">
                <a:solidFill>
                  <a:schemeClr val="bg1"/>
                </a:solidFill>
              </a:rPr>
              <a:t> than in any other AC game</a:t>
            </a:r>
            <a:endParaRPr lang="en-IE" sz="28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822808-E77E-4614-B019-94C584B15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366" y="243443"/>
            <a:ext cx="4222296" cy="28148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CC756C-ED28-4A37-896C-6160BDFB8E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791" y="3353723"/>
            <a:ext cx="47625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76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BB50-7B02-4472-A788-AD10D884A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836" y="221672"/>
            <a:ext cx="5384800" cy="877599"/>
          </a:xfrm>
        </p:spPr>
        <p:txBody>
          <a:bodyPr>
            <a:normAutofit fontScale="90000"/>
          </a:bodyPr>
          <a:lstStyle/>
          <a:p>
            <a:r>
              <a:rPr lang="en-IE" dirty="0">
                <a:solidFill>
                  <a:schemeClr val="bg1"/>
                </a:solidFill>
              </a:rPr>
              <a:t>Market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D32E8D-F7A0-4B5F-A497-00D0C24A87F1}"/>
              </a:ext>
            </a:extLst>
          </p:cNvPr>
          <p:cNvSpPr txBox="1"/>
          <p:nvPr/>
        </p:nvSpPr>
        <p:spPr>
          <a:xfrm>
            <a:off x="5607795" y="359043"/>
            <a:ext cx="61286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Similar games: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Assassin’s creed </a:t>
            </a:r>
            <a:r>
              <a:rPr lang="en-US" sz="2400" dirty="0" err="1">
                <a:solidFill>
                  <a:schemeClr val="bg1"/>
                </a:solidFill>
              </a:rPr>
              <a:t>IV:BlackFlag</a:t>
            </a:r>
            <a:r>
              <a:rPr lang="en-US" sz="2400" dirty="0">
                <a:solidFill>
                  <a:schemeClr val="bg1"/>
                </a:solidFill>
              </a:rPr>
              <a:t>(Gameplay style)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Star Citizen(open world space)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Skyrim(Factions and </a:t>
            </a:r>
            <a:r>
              <a:rPr lang="en-US" sz="2400" dirty="0" err="1">
                <a:solidFill>
                  <a:schemeClr val="bg1"/>
                </a:solidFill>
              </a:rPr>
              <a:t>rpg</a:t>
            </a:r>
            <a:r>
              <a:rPr lang="en-US" sz="2400" dirty="0">
                <a:solidFill>
                  <a:schemeClr val="bg1"/>
                </a:solidFill>
              </a:rPr>
              <a:t> elements)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Elite Dangerous(Economy elements)</a:t>
            </a:r>
            <a:endParaRPr lang="en-IE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080BB-F625-453C-9886-B97DE21497D3}"/>
              </a:ext>
            </a:extLst>
          </p:cNvPr>
          <p:cNvSpPr txBox="1"/>
          <p:nvPr/>
        </p:nvSpPr>
        <p:spPr>
          <a:xfrm>
            <a:off x="362859" y="1328539"/>
            <a:ext cx="573314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Typical customer: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Rpg</a:t>
            </a:r>
            <a:r>
              <a:rPr lang="en-US" sz="2400" dirty="0">
                <a:solidFill>
                  <a:schemeClr val="bg1"/>
                </a:solidFill>
              </a:rPr>
              <a:t> fans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Assassin’s creed fans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Space game fans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typical customer would be a fan of open world games with immersive stories.</a:t>
            </a:r>
            <a:endParaRPr lang="en-IE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3CCC3-C027-4C67-A7AB-D764FF886DB9}"/>
              </a:ext>
            </a:extLst>
          </p:cNvPr>
          <p:cNvSpPr txBox="1"/>
          <p:nvPr/>
        </p:nvSpPr>
        <p:spPr>
          <a:xfrm>
            <a:off x="5805552" y="4559966"/>
            <a:ext cx="5733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Expected sales: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10 million Units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At $60, $600,000,000 in Sales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67AC30-A63B-4FE1-BEB4-28B4AC60A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530" y="2345872"/>
            <a:ext cx="2166257" cy="21662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E1C682-0CA1-466D-8AA7-A01E7DEF74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07" y="4235463"/>
            <a:ext cx="4125686" cy="232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80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117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Feature Points</vt:lpstr>
      <vt:lpstr>Market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Points</dc:title>
  <dc:creator>Dylan Crimmings</dc:creator>
  <cp:lastModifiedBy>(Student) - Dylan Crimmings</cp:lastModifiedBy>
  <cp:revision>7</cp:revision>
  <dcterms:created xsi:type="dcterms:W3CDTF">2021-11-19T13:35:47Z</dcterms:created>
  <dcterms:modified xsi:type="dcterms:W3CDTF">2021-11-19T14:18:40Z</dcterms:modified>
</cp:coreProperties>
</file>