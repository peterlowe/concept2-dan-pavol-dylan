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270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2A807-A527-4101-BC17-15B3DC437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EC65C3-B11E-4A72-A9C9-C328B3A679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87141-25F3-4550-9C70-E12A46BF2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336AC-F68B-425E-8927-B3900F5B7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2CBEE-F6D2-406C-ADAA-005CDCEE5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470275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5906E-89F5-47B7-8ADE-0115C5B27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2821D-5ACC-4C32-9308-401CAD19F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FEAF30-A29F-47AB-A37D-D8CD8CECD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D2597-5CE6-4D16-B928-8A52A83BF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2D17B-DE7F-4105-9E8F-5FBEFC2DA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17312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8B5D8-D5C8-4095-97D8-F9E0B92A5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89B61C-99A7-4888-8FD7-A509CFC45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FE7A9-1920-4098-88DC-9ED639596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21331-C67F-48B1-B54A-9EFDEFBC7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6D285-DD99-4117-B526-6865BE05B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54618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4B218-5293-4785-9A62-FE95151A6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3C577-FF03-4963-91AD-B83D386FA5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FB1F95-BF60-4CD1-8AB3-A549813E5C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89F5DB-C133-4E73-A688-E592DDA78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AED8DA-4C52-48E5-AD47-441C963D7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9FADA-4582-4C2C-BDC6-454403386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20728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49376-73FA-4FAB-9E0A-0B9094EAC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460CA-5D90-407A-B9E0-F8F1B067BA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280656-33F7-42AF-809E-4EC303B0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0E1E95-A9FF-46C8-BEE0-D60F2F78A9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4103E2-C6BF-46E7-B917-F300102F9A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0CC72-006E-4F31-A1B8-6E2C2FFF1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CC4F60-4D46-4B33-A2C9-E8C823BB9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4B3BC7-C8A3-4C74-AFE1-E3AD50078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30259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E72E2-78B4-4894-8C94-CDD82BC65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23229F-0603-48C4-A4BA-AFE0C7A8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229BB-C00F-4972-B2B1-79EEB4522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2990B9-BD14-4073-B9D0-EA4954B9C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68160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0C5680-6597-4166-AE4D-C9648BD54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A058DB-4FBE-4BDA-B538-FC42C689C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98A5FB-500D-4FBB-95EB-EE035A07B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17839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CC67D-C0FB-4B65-9815-208B47E25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ECE0F-8551-4F13-A687-DAB84DE34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B3263-33AD-475A-A475-2CC61BDF18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D8E25-21C3-4742-B864-E59830135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EFE99-2692-4BAE-9E36-4C5036E00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53012-7570-4AE9-ACE7-6E4BE3FB0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814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AFE1-7F87-40D8-89F9-29C8EDA62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FE5DEC-0C33-4284-8427-1B74233FB2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B665AA-485A-4150-A6F5-69D441437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CDAC35-A024-41BE-A159-3A8F78C6B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6EA203-8602-42E1-87C4-D0395773C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5BC551-B962-46B5-A61B-AC49D6EFD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86457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0B1E5-E5D9-47D1-866F-262D12CFB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A276E2-A18C-4936-AD7B-0608F6B19F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E86EE-EAC3-4D1D-9BD3-A14F9DF47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B8D19-DEBB-4B9E-8140-D96AAFCC8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367BB-4319-4741-BEC2-5763469FF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6055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216F92-BDDC-4D96-916E-2AA5355F5B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69F79-DF0D-4D9C-B8D2-5D0B40417A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422B0E-A2F5-4326-B96C-AEC2539EA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07B36-5C0E-4448-A737-DC692CD07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5B58D-D3C0-4209-A4C5-258A3264B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94770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9ECC2E-E938-4BB0-826D-5A703AD3B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8B0543-F26E-4C83-A128-878AC8924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CBCE3-2E5D-44A1-B670-5CCCE716BC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08A71E-EE07-4ED8-A366-ECA1B9E8CB0C}" type="datetimeFigureOut">
              <a:rPr lang="en-IE" smtClean="0"/>
              <a:t>19/11/2021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265C3-4840-486B-967D-A036A7D487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FE377-03DD-49BE-B62A-B53F3F6AF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0C50F-5DD8-4546-A98E-B3A4073DCD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5107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52E9-7F7E-494D-ACB3-C7BD1587C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World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DB38E-6A72-44FB-B67C-65E5F5946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World Background</a:t>
            </a:r>
          </a:p>
          <a:p>
            <a:r>
              <a:rPr lang="en-US" dirty="0"/>
              <a:t>[DC]Its in space, rich with space lore of other pirate factions and 2 main governments every faction is at war and you must pick a</a:t>
            </a:r>
          </a:p>
          <a:p>
            <a:r>
              <a:rPr lang="en-US" dirty="0"/>
              <a:t>[DC]side to join to lead to victory. Each world faction has its own background, beliefs and forms of governing</a:t>
            </a:r>
          </a:p>
          <a:p>
            <a:r>
              <a:rPr lang="en-US" dirty="0"/>
              <a:t>[</a:t>
            </a:r>
            <a:r>
              <a:rPr lang="en-US" dirty="0" err="1"/>
              <a:t>dcr</a:t>
            </a:r>
            <a:r>
              <a:rPr lang="en-US" dirty="0"/>
              <a:t>]The story of the game will mainly revolve around conflict between the US and Russian which are the 2 main government factions.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B81445-35ED-42D8-8093-CB91582A2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E08B7B-6721-4868-A239-25564F6B84FB}"/>
              </a:ext>
            </a:extLst>
          </p:cNvPr>
          <p:cNvSpPr txBox="1"/>
          <p:nvPr/>
        </p:nvSpPr>
        <p:spPr>
          <a:xfrm>
            <a:off x="0" y="877659"/>
            <a:ext cx="11125200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</a:rPr>
              <a:t>World Background:</a:t>
            </a:r>
          </a:p>
          <a:p>
            <a:r>
              <a:rPr lang="en-US" sz="3200" dirty="0">
                <a:solidFill>
                  <a:schemeClr val="bg1"/>
                </a:solidFill>
              </a:rPr>
              <a:t>Its in space, rich with space lore of other pirate factions and 2 main governments every faction is at war and you must pick a</a:t>
            </a:r>
          </a:p>
          <a:p>
            <a:r>
              <a:rPr lang="en-US" sz="3200" dirty="0">
                <a:solidFill>
                  <a:schemeClr val="bg1"/>
                </a:solidFill>
              </a:rPr>
              <a:t>side to join to lead to victory.</a:t>
            </a:r>
          </a:p>
          <a:p>
            <a:r>
              <a:rPr lang="en-US" sz="3200" dirty="0">
                <a:solidFill>
                  <a:schemeClr val="bg1"/>
                </a:solidFill>
              </a:rPr>
              <a:t>Each world faction has its own background, beliefs and forms of governing</a:t>
            </a:r>
          </a:p>
          <a:p>
            <a:r>
              <a:rPr lang="en-US" sz="3200" dirty="0">
                <a:solidFill>
                  <a:schemeClr val="bg1"/>
                </a:solidFill>
              </a:rPr>
              <a:t>The story of the game will mainly revolve around conflict between the US and Russian which are the 2 main government factions.</a:t>
            </a:r>
            <a:endParaRPr lang="en-IE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7029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0A52-2717-454E-9A4F-53828A38A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985818" cy="1006908"/>
          </a:xfrm>
        </p:spPr>
        <p:txBody>
          <a:bodyPr/>
          <a:lstStyle/>
          <a:p>
            <a:r>
              <a:rPr lang="en-IE" dirty="0"/>
              <a:t>Pillars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B5AD5E-2D80-4CB7-B3F2-A0EE65E2A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941966"/>
            <a:ext cx="9144000" cy="1655762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dirty="0"/>
              <a:t>Thrilling historical fiction story involving two super powers</a:t>
            </a:r>
          </a:p>
          <a:p>
            <a:pPr algn="l"/>
            <a:r>
              <a:rPr lang="en-US" dirty="0"/>
              <a:t>Stealth, sneaking and assassinating.</a:t>
            </a:r>
          </a:p>
          <a:p>
            <a:pPr algn="l"/>
            <a:r>
              <a:rPr lang="en-US" dirty="0"/>
              <a:t>0 gravity space parkour.</a:t>
            </a:r>
          </a:p>
          <a:p>
            <a:pPr algn="l"/>
            <a:r>
              <a:rPr lang="en-US" dirty="0" err="1"/>
              <a:t>PvE</a:t>
            </a:r>
            <a:r>
              <a:rPr lang="en-US" dirty="0"/>
              <a:t> combat against a range of different difficulty enemies.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D45FFB-36D8-47FF-A0E2-0EEC871DD8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3F5BE0-5EB1-4D8F-946B-877CE7FCF290}"/>
              </a:ext>
            </a:extLst>
          </p:cNvPr>
          <p:cNvSpPr txBox="1"/>
          <p:nvPr/>
        </p:nvSpPr>
        <p:spPr>
          <a:xfrm>
            <a:off x="0" y="2247032"/>
            <a:ext cx="1119909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Thrilling historical fiction story involving two super powers</a:t>
            </a:r>
          </a:p>
          <a:p>
            <a:r>
              <a:rPr lang="en-US" sz="3600" dirty="0">
                <a:solidFill>
                  <a:schemeClr val="bg1"/>
                </a:solidFill>
              </a:rPr>
              <a:t>Stealth, sneaking and assassinating.</a:t>
            </a:r>
          </a:p>
          <a:p>
            <a:r>
              <a:rPr lang="en-US" sz="3600" dirty="0">
                <a:solidFill>
                  <a:schemeClr val="bg1"/>
                </a:solidFill>
              </a:rPr>
              <a:t>0 gravity space parkour.</a:t>
            </a:r>
          </a:p>
          <a:p>
            <a:r>
              <a:rPr lang="en-US" sz="3600" dirty="0" err="1">
                <a:solidFill>
                  <a:schemeClr val="bg1"/>
                </a:solidFill>
              </a:rPr>
              <a:t>PvE</a:t>
            </a:r>
            <a:r>
              <a:rPr lang="en-US" sz="3600" dirty="0">
                <a:solidFill>
                  <a:schemeClr val="bg1"/>
                </a:solidFill>
              </a:rPr>
              <a:t> combat against a range of different difficulty enemies.</a:t>
            </a:r>
            <a:endParaRPr lang="en-IE" sz="3600" dirty="0">
              <a:solidFill>
                <a:schemeClr val="bg1"/>
              </a:solidFill>
            </a:endParaRPr>
          </a:p>
          <a:p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1F55EF-4350-41BD-9304-E7C33360F4FD}"/>
              </a:ext>
            </a:extLst>
          </p:cNvPr>
          <p:cNvSpPr txBox="1"/>
          <p:nvPr/>
        </p:nvSpPr>
        <p:spPr>
          <a:xfrm>
            <a:off x="0" y="575720"/>
            <a:ext cx="33854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7200" dirty="0">
                <a:solidFill>
                  <a:schemeClr val="bg1">
                    <a:lumMod val="75000"/>
                  </a:schemeClr>
                </a:solidFill>
              </a:rPr>
              <a:t>Pillars:</a:t>
            </a:r>
          </a:p>
        </p:txBody>
      </p:sp>
    </p:spTree>
    <p:extLst>
      <p:ext uri="{BB962C8B-B14F-4D97-AF65-F5344CB8AC3E}">
        <p14:creationId xmlns:p14="http://schemas.microsoft.com/office/powerpoint/2010/main" val="2735749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217</Words>
  <Application>Microsoft Office PowerPoint</Application>
  <PresentationFormat>Widescreen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World Background</vt:lpstr>
      <vt:lpstr>Pillars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Pillars</dc:title>
  <dc:creator>Daniel Carroll</dc:creator>
  <cp:lastModifiedBy>(Student) - Daniel Carroll</cp:lastModifiedBy>
  <cp:revision>2</cp:revision>
  <dcterms:created xsi:type="dcterms:W3CDTF">2021-11-19T13:35:49Z</dcterms:created>
  <dcterms:modified xsi:type="dcterms:W3CDTF">2021-11-19T13:51:16Z</dcterms:modified>
</cp:coreProperties>
</file>