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9DD5-E00C-419B-BCE1-73FF96F747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12AF20E0-50F8-42D0-835A-036E00CA04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79817A1C-3C24-40E6-B725-0066DB1A6083}"/>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A0ABA1D-2260-4B9A-AEFD-F2BFE8AA8D0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CC5730C-2FAB-4AE9-99FB-2C8964EF22C5}"/>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95115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BB9F-908E-4E22-BF00-7DB96729229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B25B6D14-5081-4BB7-BEA7-776645F37F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B68072E-51E0-4684-BB1B-6DB55BF092F7}"/>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9211AE0-F08A-4753-A3D2-D228567EDA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FCC45FA-1179-4D81-A563-4F08CBCC4259}"/>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975007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C79-54EF-482D-B346-52F0EC0C4B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0AFB2FCC-411B-4DDF-A18C-5E304C9CDF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3357BE8-932C-4038-B114-8535569ABB1B}"/>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26DF8CDC-8922-4288-90B1-1E09A49E0A7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2DA36E5-9808-47C9-B88B-97E8F6557631}"/>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036931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916F6-DF55-4F51-9136-ED902E5F244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E9C556B-7229-402C-B5CF-16399EFC7B3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07BFC6D0-C778-4260-A214-CEA88C5ECA9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B7ABF6AB-024C-410E-BB0F-A6AB9FE7FEE7}"/>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47DFBD73-2043-4216-B1DC-BF94821F7C1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BCFBD9B-EF2E-45F0-B919-B9A2854967A1}"/>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852297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83B0-8AA4-4DEA-92A9-0C8D16F6B33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3392D9A-67DB-45F2-AF79-81D8A9408E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B120D1-FC62-4E23-8AD4-7FD9791D6AB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956E8C96-38C3-403E-8672-DF0FB7FFB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8602D97-5E74-4781-BDB4-E21D71D04D5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D9C91A1-A87F-49E0-8C5A-1FC145612880}"/>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8" name="Footer Placeholder 7">
            <a:extLst>
              <a:ext uri="{FF2B5EF4-FFF2-40B4-BE49-F238E27FC236}">
                <a16:creationId xmlns:a16="http://schemas.microsoft.com/office/drawing/2014/main" id="{DD03D147-F9D2-4986-9DF6-5975F4B3CD1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D3C2DC1F-7C2F-4510-A33D-2974C4A4FEB6}"/>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599244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E2ED-6674-4FD1-BB86-AC28499F4F4C}"/>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1174F42C-573F-469D-BFB6-624D59FAF292}"/>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4" name="Footer Placeholder 3">
            <a:extLst>
              <a:ext uri="{FF2B5EF4-FFF2-40B4-BE49-F238E27FC236}">
                <a16:creationId xmlns:a16="http://schemas.microsoft.com/office/drawing/2014/main" id="{0DE1FB1B-7E7C-45EE-A76A-9815E77827DD}"/>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7BEFC2A3-2930-4655-A92E-BC775B7A8D1E}"/>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41769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54DB4-F2CB-4FC3-BA7A-1978A3184C86}"/>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3" name="Footer Placeholder 2">
            <a:extLst>
              <a:ext uri="{FF2B5EF4-FFF2-40B4-BE49-F238E27FC236}">
                <a16:creationId xmlns:a16="http://schemas.microsoft.com/office/drawing/2014/main" id="{A15AB357-90E4-4DF5-819E-0A6471802311}"/>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18803E13-BBC0-41EE-9E3A-BAA64EDD7A3E}"/>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54708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9C212-9C2D-48A3-857A-F0862EE74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B9ACF5DD-57FD-4B54-9536-25A1EA3CD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5682FD6E-BB61-4768-97CD-53800D255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02A8D4-11C5-49C6-B433-81ECC6F80B3D}"/>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899F1601-6951-4F49-97C2-4AFE5D41E4E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7177B39-37A0-4248-A88B-D4E3E2104546}"/>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511903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630B-33A0-4595-B2FD-ABAB71C5D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7C362256-718A-4E71-967B-541FBA468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E6C52C0F-7AF8-43F5-B13D-82B0E094E5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FDDA8A9-2D75-4E68-98B6-317BBA3B6D2D}"/>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CF0C2978-605F-40D3-9CAE-5FBF14ADB16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91FC82E-6291-4C31-A977-EA675AA70C7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14379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BBA9-E6B6-4C38-BCB2-93E9F1181B8A}"/>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B9228CF8-15B1-4CB8-9184-D8CB0807A8D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CF3A9A0-79FE-4BEF-954B-64FA9287EAFE}"/>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3E524FC-79DE-4E88-9289-CA95816D10D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F1C4FF1-90E0-411C-A891-AA7A24EE05A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422521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448983-2E35-4618-A2D8-F64BF3203C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9E7FDEC-1041-4C9B-9D7A-DBF73075E80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BADBE3B-D125-43D5-AC45-8311D83569EA}"/>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E9BDDE57-0078-4481-A8DA-5A23D416A0D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C5E2B12-B41A-4552-9852-EDEAF719CCF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014508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CAA373-B56E-4620-BB1F-3A1DDDC7A5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38E846F-8B4C-42DB-933D-16E575AAD4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59CD1CF-ADAF-4E98-9DFF-96074D427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B33E93BE-662C-4C48-814E-B70C377F21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5F77785D-799D-4828-B354-6F7F77302F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88972-1C8E-4D2A-B4B2-FDB518B8D499}" type="slidenum">
              <a:rPr lang="en-IE" smtClean="0"/>
              <a:t>‹#›</a:t>
            </a:fld>
            <a:endParaRPr lang="en-IE"/>
          </a:p>
        </p:txBody>
      </p:sp>
    </p:spTree>
    <p:extLst>
      <p:ext uri="{BB962C8B-B14F-4D97-AF65-F5344CB8AC3E}">
        <p14:creationId xmlns:p14="http://schemas.microsoft.com/office/powerpoint/2010/main" val="3617847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AFD80B-B4C7-480D-BD44-F4E75718B1AA}"/>
              </a:ext>
            </a:extLst>
          </p:cNvPr>
          <p:cNvSpPr txBox="1"/>
          <p:nvPr/>
        </p:nvSpPr>
        <p:spPr>
          <a:xfrm>
            <a:off x="4442427" y="120072"/>
            <a:ext cx="1496820" cy="369332"/>
          </a:xfrm>
          <a:prstGeom prst="rect">
            <a:avLst/>
          </a:prstGeom>
          <a:noFill/>
        </p:spPr>
        <p:txBody>
          <a:bodyPr wrap="none" rtlCol="0">
            <a:spAutoFit/>
          </a:bodyPr>
          <a:lstStyle/>
          <a:p>
            <a:r>
              <a:rPr lang="en-IE" b="1" dirty="0"/>
              <a:t>Elevator Pitch</a:t>
            </a:r>
          </a:p>
        </p:txBody>
      </p:sp>
      <p:pic>
        <p:nvPicPr>
          <p:cNvPr id="9" name="Picture 8">
            <a:extLst>
              <a:ext uri="{FF2B5EF4-FFF2-40B4-BE49-F238E27FC236}">
                <a16:creationId xmlns:a16="http://schemas.microsoft.com/office/drawing/2014/main" id="{DE0CC838-C4D6-478C-B834-08CB809FF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3" y="0"/>
            <a:ext cx="12192000" cy="6858000"/>
          </a:xfrm>
          <a:prstGeom prst="rect">
            <a:avLst/>
          </a:prstGeom>
        </p:spPr>
      </p:pic>
      <p:sp>
        <p:nvSpPr>
          <p:cNvPr id="10" name="TextBox 9">
            <a:extLst>
              <a:ext uri="{FF2B5EF4-FFF2-40B4-BE49-F238E27FC236}">
                <a16:creationId xmlns:a16="http://schemas.microsoft.com/office/drawing/2014/main" id="{3D95DF94-065B-4B43-A6D2-4EF8A4E33A00}"/>
              </a:ext>
            </a:extLst>
          </p:cNvPr>
          <p:cNvSpPr txBox="1"/>
          <p:nvPr/>
        </p:nvSpPr>
        <p:spPr>
          <a:xfrm>
            <a:off x="3731491" y="227794"/>
            <a:ext cx="2429164" cy="523220"/>
          </a:xfrm>
          <a:prstGeom prst="rect">
            <a:avLst/>
          </a:prstGeom>
          <a:noFill/>
        </p:spPr>
        <p:txBody>
          <a:bodyPr wrap="square" rtlCol="0">
            <a:spAutoFit/>
          </a:bodyPr>
          <a:lstStyle/>
          <a:p>
            <a:r>
              <a:rPr lang="en-IE" sz="2800" b="1" dirty="0">
                <a:solidFill>
                  <a:schemeClr val="bg1"/>
                </a:solidFill>
              </a:rPr>
              <a:t>Elevator Pitch</a:t>
            </a:r>
          </a:p>
        </p:txBody>
      </p:sp>
      <p:sp>
        <p:nvSpPr>
          <p:cNvPr id="11" name="TextBox 10">
            <a:extLst>
              <a:ext uri="{FF2B5EF4-FFF2-40B4-BE49-F238E27FC236}">
                <a16:creationId xmlns:a16="http://schemas.microsoft.com/office/drawing/2014/main" id="{FF36B576-F73D-4B2A-975F-61AF42D900BE}"/>
              </a:ext>
            </a:extLst>
          </p:cNvPr>
          <p:cNvSpPr txBox="1"/>
          <p:nvPr/>
        </p:nvSpPr>
        <p:spPr>
          <a:xfrm>
            <a:off x="2133600" y="1357745"/>
            <a:ext cx="9033164" cy="3477875"/>
          </a:xfrm>
          <a:prstGeom prst="rect">
            <a:avLst/>
          </a:prstGeom>
          <a:noFill/>
        </p:spPr>
        <p:txBody>
          <a:bodyPr wrap="square" rtlCol="0">
            <a:spAutoFit/>
          </a:bodyPr>
          <a:lstStyle/>
          <a:p>
            <a:r>
              <a:rPr lang="en-US" sz="2000" b="1" dirty="0">
                <a:solidFill>
                  <a:schemeClr val="bg1"/>
                </a:solidFill>
              </a:rPr>
              <a:t>In a fictional 2021.</a:t>
            </a:r>
          </a:p>
          <a:p>
            <a:endParaRPr lang="en-US" sz="2000" b="1" dirty="0">
              <a:solidFill>
                <a:schemeClr val="bg1"/>
              </a:solidFill>
            </a:endParaRPr>
          </a:p>
          <a:p>
            <a:r>
              <a:rPr lang="en-US" sz="2000" b="1" dirty="0">
                <a:solidFill>
                  <a:schemeClr val="bg1"/>
                </a:solidFill>
              </a:rPr>
              <a:t>Original assassins creed but in space, Assassins creed 4 elements where its open world with a pirate ship, but in this case its 'open.</a:t>
            </a:r>
          </a:p>
          <a:p>
            <a:endParaRPr lang="en-US" sz="2000" b="1" dirty="0">
              <a:solidFill>
                <a:schemeClr val="bg1"/>
              </a:solidFill>
            </a:endParaRPr>
          </a:p>
          <a:p>
            <a:r>
              <a:rPr lang="en-US" sz="2000" b="1" dirty="0">
                <a:solidFill>
                  <a:schemeClr val="bg1"/>
                </a:solidFill>
              </a:rPr>
              <a:t>Space' with a 'space' ship. Your a space pirate in this game.</a:t>
            </a:r>
          </a:p>
          <a:p>
            <a:endParaRPr lang="en-US" sz="2000" b="1" dirty="0">
              <a:solidFill>
                <a:schemeClr val="bg1"/>
              </a:solidFill>
            </a:endParaRPr>
          </a:p>
          <a:p>
            <a:r>
              <a:rPr lang="en-US" sz="2000" b="1" dirty="0">
                <a:solidFill>
                  <a:schemeClr val="bg1"/>
                </a:solidFill>
              </a:rPr>
              <a:t>You hunt down other space pirates in your Flying dutchman, butchering and plundering.</a:t>
            </a:r>
          </a:p>
          <a:p>
            <a:endParaRPr lang="en-US" sz="2000" b="1" dirty="0">
              <a:solidFill>
                <a:schemeClr val="bg1"/>
              </a:solidFill>
            </a:endParaRPr>
          </a:p>
          <a:p>
            <a:r>
              <a:rPr lang="en-US" sz="2000" b="1" dirty="0">
                <a:solidFill>
                  <a:schemeClr val="bg1"/>
                </a:solidFill>
              </a:rPr>
              <a:t>The goal is to travel the galaxy in hopes of finding legendary treasures lost in time.</a:t>
            </a:r>
            <a:endParaRPr lang="en-IE" sz="2000" b="1" dirty="0">
              <a:solidFill>
                <a:schemeClr val="bg1"/>
              </a:solidFill>
            </a:endParaRPr>
          </a:p>
        </p:txBody>
      </p:sp>
    </p:spTree>
    <p:extLst>
      <p:ext uri="{BB962C8B-B14F-4D97-AF65-F5344CB8AC3E}">
        <p14:creationId xmlns:p14="http://schemas.microsoft.com/office/powerpoint/2010/main" val="2608869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7C0D3E-50C8-4FD5-8E8C-6EF179AE1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3301E1F-F1BF-4E46-8945-06943A813BAC}"/>
              </a:ext>
            </a:extLst>
          </p:cNvPr>
          <p:cNvSpPr txBox="1"/>
          <p:nvPr/>
        </p:nvSpPr>
        <p:spPr>
          <a:xfrm>
            <a:off x="2978727" y="406400"/>
            <a:ext cx="6234545" cy="523220"/>
          </a:xfrm>
          <a:prstGeom prst="rect">
            <a:avLst/>
          </a:prstGeom>
          <a:noFill/>
        </p:spPr>
        <p:txBody>
          <a:bodyPr wrap="square" rtlCol="0">
            <a:spAutoFit/>
          </a:bodyPr>
          <a:lstStyle/>
          <a:p>
            <a:r>
              <a:rPr lang="en-IE" sz="2800" b="1" dirty="0">
                <a:solidFill>
                  <a:schemeClr val="bg1"/>
                </a:solidFill>
              </a:rPr>
              <a:t>Gameplay description</a:t>
            </a:r>
          </a:p>
        </p:txBody>
      </p:sp>
      <p:sp>
        <p:nvSpPr>
          <p:cNvPr id="7" name="TextBox 6">
            <a:extLst>
              <a:ext uri="{FF2B5EF4-FFF2-40B4-BE49-F238E27FC236}">
                <a16:creationId xmlns:a16="http://schemas.microsoft.com/office/drawing/2014/main" id="{CC5BBD12-20B6-4A95-8A6F-F24E53B5ED46}"/>
              </a:ext>
            </a:extLst>
          </p:cNvPr>
          <p:cNvSpPr txBox="1"/>
          <p:nvPr/>
        </p:nvSpPr>
        <p:spPr>
          <a:xfrm>
            <a:off x="2392218" y="1997839"/>
            <a:ext cx="8174182" cy="3785652"/>
          </a:xfrm>
          <a:prstGeom prst="rect">
            <a:avLst/>
          </a:prstGeom>
          <a:noFill/>
        </p:spPr>
        <p:txBody>
          <a:bodyPr wrap="square" rtlCol="0">
            <a:spAutoFit/>
          </a:bodyPr>
          <a:lstStyle/>
          <a:p>
            <a:r>
              <a:rPr lang="en-US" sz="2000" b="1" dirty="0">
                <a:solidFill>
                  <a:schemeClr val="bg1"/>
                </a:solidFill>
              </a:rPr>
              <a:t>Play as a free roaming space pirate, kill enemies, steal their cargo, loot their ship to, either keep and use to upgrade your own gear. or sell for pure profit and use your space credits to buy new gear, new ships and better weapons to steal more loot.</a:t>
            </a:r>
          </a:p>
          <a:p>
            <a:endParaRPr lang="en-US" sz="2000" b="1" dirty="0">
              <a:solidFill>
                <a:schemeClr val="bg1"/>
              </a:solidFill>
            </a:endParaRPr>
          </a:p>
          <a:p>
            <a:r>
              <a:rPr lang="en-US" sz="2000" b="1" dirty="0">
                <a:solidFill>
                  <a:schemeClr val="bg1"/>
                </a:solidFill>
              </a:rPr>
              <a:t>You sail the vast solar systems with your crew.</a:t>
            </a:r>
          </a:p>
          <a:p>
            <a:endParaRPr lang="en-US" sz="2000" b="1" dirty="0">
              <a:solidFill>
                <a:schemeClr val="bg1"/>
              </a:solidFill>
            </a:endParaRPr>
          </a:p>
          <a:p>
            <a:r>
              <a:rPr lang="en-US" sz="2000" b="1" dirty="0">
                <a:solidFill>
                  <a:schemeClr val="bg1"/>
                </a:solidFill>
              </a:rPr>
              <a:t>Parkour your way through space stations and ships as you search for loot to plunder.</a:t>
            </a:r>
          </a:p>
          <a:p>
            <a:endParaRPr lang="en-US" sz="2000" b="1" dirty="0">
              <a:solidFill>
                <a:schemeClr val="bg1"/>
              </a:solidFill>
            </a:endParaRPr>
          </a:p>
          <a:p>
            <a:r>
              <a:rPr lang="en-US" sz="2000" b="1" dirty="0">
                <a:solidFill>
                  <a:schemeClr val="bg1"/>
                </a:solidFill>
              </a:rPr>
              <a:t>Travel the vast open world galaxy in search for mythical treasures only ever hear of in tales.</a:t>
            </a:r>
            <a:endParaRPr lang="en-IE" sz="2000" b="1" dirty="0">
              <a:solidFill>
                <a:schemeClr val="bg1"/>
              </a:solidFill>
            </a:endParaRPr>
          </a:p>
        </p:txBody>
      </p:sp>
    </p:spTree>
    <p:extLst>
      <p:ext uri="{BB962C8B-B14F-4D97-AF65-F5344CB8AC3E}">
        <p14:creationId xmlns:p14="http://schemas.microsoft.com/office/powerpoint/2010/main" val="2087274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185</Words>
  <Application>Microsoft Office PowerPoint</Application>
  <PresentationFormat>Widescreen</PresentationFormat>
  <Paragraphs>19</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Pavol Janocko</dc:creator>
  <cp:lastModifiedBy>(Student) - Pavol Janocko</cp:lastModifiedBy>
  <cp:revision>2</cp:revision>
  <dcterms:created xsi:type="dcterms:W3CDTF">2021-11-19T13:35:04Z</dcterms:created>
  <dcterms:modified xsi:type="dcterms:W3CDTF">2021-11-19T13:51:19Z</dcterms:modified>
</cp:coreProperties>
</file>